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54"/>
  </p:notesMasterIdLst>
  <p:sldIdLst>
    <p:sldId id="256" r:id="rId2"/>
    <p:sldId id="316" r:id="rId3"/>
    <p:sldId id="329" r:id="rId4"/>
    <p:sldId id="330" r:id="rId5"/>
    <p:sldId id="331" r:id="rId6"/>
    <p:sldId id="332" r:id="rId7"/>
    <p:sldId id="333" r:id="rId8"/>
    <p:sldId id="260" r:id="rId9"/>
    <p:sldId id="315" r:id="rId10"/>
    <p:sldId id="277" r:id="rId11"/>
    <p:sldId id="334" r:id="rId12"/>
    <p:sldId id="335" r:id="rId13"/>
    <p:sldId id="262" r:id="rId14"/>
    <p:sldId id="336" r:id="rId15"/>
    <p:sldId id="337" r:id="rId16"/>
    <p:sldId id="268" r:id="rId17"/>
    <p:sldId id="285" r:id="rId18"/>
    <p:sldId id="317" r:id="rId19"/>
    <p:sldId id="345" r:id="rId20"/>
    <p:sldId id="346" r:id="rId21"/>
    <p:sldId id="347" r:id="rId22"/>
    <p:sldId id="348" r:id="rId23"/>
    <p:sldId id="264" r:id="rId24"/>
    <p:sldId id="273" r:id="rId25"/>
    <p:sldId id="265" r:id="rId26"/>
    <p:sldId id="338" r:id="rId27"/>
    <p:sldId id="339" r:id="rId28"/>
    <p:sldId id="340" r:id="rId29"/>
    <p:sldId id="318" r:id="rId30"/>
    <p:sldId id="341" r:id="rId31"/>
    <p:sldId id="342" r:id="rId32"/>
    <p:sldId id="343" r:id="rId33"/>
    <p:sldId id="276" r:id="rId34"/>
    <p:sldId id="263" r:id="rId35"/>
    <p:sldId id="344" r:id="rId36"/>
    <p:sldId id="319" r:id="rId37"/>
    <p:sldId id="349" r:id="rId38"/>
    <p:sldId id="320" r:id="rId39"/>
    <p:sldId id="350" r:id="rId40"/>
    <p:sldId id="283" r:id="rId41"/>
    <p:sldId id="289" r:id="rId42"/>
    <p:sldId id="321" r:id="rId43"/>
    <p:sldId id="325" r:id="rId44"/>
    <p:sldId id="322" r:id="rId45"/>
    <p:sldId id="323" r:id="rId46"/>
    <p:sldId id="324" r:id="rId47"/>
    <p:sldId id="326" r:id="rId48"/>
    <p:sldId id="327" r:id="rId49"/>
    <p:sldId id="328" r:id="rId50"/>
    <p:sldId id="267" r:id="rId51"/>
    <p:sldId id="293" r:id="rId52"/>
    <p:sldId id="295" r:id="rId53"/>
  </p:sldIdLst>
  <p:sldSz cx="9144000" cy="5143500" type="screen16x9"/>
  <p:notesSz cx="6858000" cy="9144000"/>
  <p:embeddedFontLst>
    <p:embeddedFont>
      <p:font typeface="Baloo 2" panose="020B0604020202020204" charset="0"/>
      <p:regular r:id="rId55"/>
      <p:bold r:id="rId56"/>
    </p:embeddedFont>
    <p:embeddedFont>
      <p:font typeface="Bebas Neue" panose="020B0606020202050201" pitchFamily="34" charset="0"/>
      <p:regular r:id="rId57"/>
    </p:embeddedFont>
    <p:embeddedFont>
      <p:font typeface="Lobster" panose="00000500000000000000" pitchFamily="2" charset="0"/>
      <p:regular r:id="rId58"/>
    </p:embeddedFont>
    <p:embeddedFont>
      <p:font typeface="Nunito Light" pitchFamily="2" charset="0"/>
      <p:regular r:id="rId59"/>
      <p: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299507-8E7B-44B9-995D-91FBC7EEFB9C}">
  <a:tblStyle styleId="{C4299507-8E7B-44B9-995D-91FBC7EEFB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>
        <p:scale>
          <a:sx n="75" d="100"/>
          <a:sy n="75" d="100"/>
        </p:scale>
        <p:origin x="1627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1fd100d434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1fd100d434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35C39A1F-C2AE-CE1E-3CAE-8CBA1928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B45D85F0-551A-AD77-5F54-91D7773E4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AEEC31C7-C4C4-AFCD-BF07-94DC5356F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54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4FAC09CA-39C0-02CD-AF49-E107CC13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46DEA1A2-2086-8BAB-CE88-F2D051D88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B2351E8B-2E50-53F8-4B81-1360BD15F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0859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EA08425B-BC66-FFA6-0702-7CE30BE0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0D23D49B-B716-1F22-0CB5-35B747EB09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2BB52C13-1101-0B25-82D4-BB4155E28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808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AFAE2A09-089A-3A0C-1370-754EA4BCE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97A284D7-E225-3608-60AC-529664C2E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E6C43F52-6652-8C88-DCEB-CB9BB0613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882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418657CF-073C-0258-A42E-F2D29C25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D6915E19-8DA3-9840-2E24-23E015F65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682A8718-F90F-7199-75F3-BE840EF0E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686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>
          <a:extLst>
            <a:ext uri="{FF2B5EF4-FFF2-40B4-BE49-F238E27FC236}">
              <a16:creationId xmlns:a16="http://schemas.microsoft.com/office/drawing/2014/main" id="{B3A7CE80-9B43-6BC9-3A77-3F251F95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eba1a568b6_0_0:notes">
            <a:extLst>
              <a:ext uri="{FF2B5EF4-FFF2-40B4-BE49-F238E27FC236}">
                <a16:creationId xmlns:a16="http://schemas.microsoft.com/office/drawing/2014/main" id="{5213DCF5-7E4C-555E-9CA3-19B5C58A8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eba1a568b6_0_0:notes">
            <a:extLst>
              <a:ext uri="{FF2B5EF4-FFF2-40B4-BE49-F238E27FC236}">
                <a16:creationId xmlns:a16="http://schemas.microsoft.com/office/drawing/2014/main" id="{4A8539A0-FE86-9C71-A2D6-C9BAF4543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25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eba1a568b6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eba1a568b6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>
          <a:extLst>
            <a:ext uri="{FF2B5EF4-FFF2-40B4-BE49-F238E27FC236}">
              <a16:creationId xmlns:a16="http://schemas.microsoft.com/office/drawing/2014/main" id="{F424D31E-3D28-BBA8-F5B3-4F0431CB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1df9547bba4_0_21:notes">
            <a:extLst>
              <a:ext uri="{FF2B5EF4-FFF2-40B4-BE49-F238E27FC236}">
                <a16:creationId xmlns:a16="http://schemas.microsoft.com/office/drawing/2014/main" id="{6085CCA2-A485-FE8B-6EED-382972A3C6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1df9547bba4_0_21:notes">
            <a:extLst>
              <a:ext uri="{FF2B5EF4-FFF2-40B4-BE49-F238E27FC236}">
                <a16:creationId xmlns:a16="http://schemas.microsoft.com/office/drawing/2014/main" id="{F74AF1E6-A350-0D7A-E5BD-5FBFBEB7F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206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eba1a568b6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eba1a568b6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8">
          <a:extLst>
            <a:ext uri="{FF2B5EF4-FFF2-40B4-BE49-F238E27FC236}">
              <a16:creationId xmlns:a16="http://schemas.microsoft.com/office/drawing/2014/main" id="{DE2B35DC-375A-6A6C-8E36-8D2E8D0D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eba1a568b6_0_605:notes">
            <a:extLst>
              <a:ext uri="{FF2B5EF4-FFF2-40B4-BE49-F238E27FC236}">
                <a16:creationId xmlns:a16="http://schemas.microsoft.com/office/drawing/2014/main" id="{59EF45E1-FCB1-E5CA-4D47-0170112F4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eba1a568b6_0_605:notes">
            <a:extLst>
              <a:ext uri="{FF2B5EF4-FFF2-40B4-BE49-F238E27FC236}">
                <a16:creationId xmlns:a16="http://schemas.microsoft.com/office/drawing/2014/main" id="{8A011632-0AB2-FF41-2537-DFA709775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744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8">
          <a:extLst>
            <a:ext uri="{FF2B5EF4-FFF2-40B4-BE49-F238E27FC236}">
              <a16:creationId xmlns:a16="http://schemas.microsoft.com/office/drawing/2014/main" id="{4E02B756-FFC8-11A7-F6E4-31C700CC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eba1a568b6_0_605:notes">
            <a:extLst>
              <a:ext uri="{FF2B5EF4-FFF2-40B4-BE49-F238E27FC236}">
                <a16:creationId xmlns:a16="http://schemas.microsoft.com/office/drawing/2014/main" id="{F9E6017A-94C5-7ADF-9D6E-308F3DBB16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eba1a568b6_0_605:notes">
            <a:extLst>
              <a:ext uri="{FF2B5EF4-FFF2-40B4-BE49-F238E27FC236}">
                <a16:creationId xmlns:a16="http://schemas.microsoft.com/office/drawing/2014/main" id="{D8C24518-6A7B-D9E7-B12B-0B86FD142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26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4374f7c2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4374f7c2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>
          <a:extLst>
            <a:ext uri="{FF2B5EF4-FFF2-40B4-BE49-F238E27FC236}">
              <a16:creationId xmlns:a16="http://schemas.microsoft.com/office/drawing/2014/main" id="{7B7A6FBD-48E9-1DB2-4FAD-71E1C04A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4374f7c220_0_141:notes">
            <a:extLst>
              <a:ext uri="{FF2B5EF4-FFF2-40B4-BE49-F238E27FC236}">
                <a16:creationId xmlns:a16="http://schemas.microsoft.com/office/drawing/2014/main" id="{D6E0C7EE-2F7B-0478-B595-F492ADC80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4374f7c220_0_141:notes">
            <a:extLst>
              <a:ext uri="{FF2B5EF4-FFF2-40B4-BE49-F238E27FC236}">
                <a16:creationId xmlns:a16="http://schemas.microsoft.com/office/drawing/2014/main" id="{70592D9A-DF11-72C8-CD69-CFCD62AEC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218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>
          <a:extLst>
            <a:ext uri="{FF2B5EF4-FFF2-40B4-BE49-F238E27FC236}">
              <a16:creationId xmlns:a16="http://schemas.microsoft.com/office/drawing/2014/main" id="{8458F737-B379-4D95-D7BB-51196919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4374f7c220_0_141:notes">
            <a:extLst>
              <a:ext uri="{FF2B5EF4-FFF2-40B4-BE49-F238E27FC236}">
                <a16:creationId xmlns:a16="http://schemas.microsoft.com/office/drawing/2014/main" id="{2A7B62DC-10E6-6F67-39B5-8D891876C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4374f7c220_0_141:notes">
            <a:extLst>
              <a:ext uri="{FF2B5EF4-FFF2-40B4-BE49-F238E27FC236}">
                <a16:creationId xmlns:a16="http://schemas.microsoft.com/office/drawing/2014/main" id="{57E3E2EB-A10A-20EE-64AB-BF324A4B6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750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eba1a568b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eba1a568b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1dfa9128ce7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1dfa9128ce7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>
          <a:extLst>
            <a:ext uri="{FF2B5EF4-FFF2-40B4-BE49-F238E27FC236}">
              <a16:creationId xmlns:a16="http://schemas.microsoft.com/office/drawing/2014/main" id="{0A26B204-E717-A102-2AFA-0AB2DB0E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eba1a568b6_0_593:notes">
            <a:extLst>
              <a:ext uri="{FF2B5EF4-FFF2-40B4-BE49-F238E27FC236}">
                <a16:creationId xmlns:a16="http://schemas.microsoft.com/office/drawing/2014/main" id="{6D4B39B0-5183-6C6A-DE96-39BAECCEA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eba1a568b6_0_593:notes">
            <a:extLst>
              <a:ext uri="{FF2B5EF4-FFF2-40B4-BE49-F238E27FC236}">
                <a16:creationId xmlns:a16="http://schemas.microsoft.com/office/drawing/2014/main" id="{89CDEBCE-50D4-A7EE-D8D2-7C8A462EF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0255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>
          <a:extLst>
            <a:ext uri="{FF2B5EF4-FFF2-40B4-BE49-F238E27FC236}">
              <a16:creationId xmlns:a16="http://schemas.microsoft.com/office/drawing/2014/main" id="{64AD1914-30C2-10B4-730C-A6C810CC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eba1a568b6_0_593:notes">
            <a:extLst>
              <a:ext uri="{FF2B5EF4-FFF2-40B4-BE49-F238E27FC236}">
                <a16:creationId xmlns:a16="http://schemas.microsoft.com/office/drawing/2014/main" id="{4B90944B-B259-92E4-325F-532240CEA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eba1a568b6_0_593:notes">
            <a:extLst>
              <a:ext uri="{FF2B5EF4-FFF2-40B4-BE49-F238E27FC236}">
                <a16:creationId xmlns:a16="http://schemas.microsoft.com/office/drawing/2014/main" id="{26182585-F7FD-DA51-A745-70A4BF338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3536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>
          <a:extLst>
            <a:ext uri="{FF2B5EF4-FFF2-40B4-BE49-F238E27FC236}">
              <a16:creationId xmlns:a16="http://schemas.microsoft.com/office/drawing/2014/main" id="{DD7BD573-D384-E954-66D9-E36A308C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eba1a568b6_0_593:notes">
            <a:extLst>
              <a:ext uri="{FF2B5EF4-FFF2-40B4-BE49-F238E27FC236}">
                <a16:creationId xmlns:a16="http://schemas.microsoft.com/office/drawing/2014/main" id="{B4532BAE-4099-20F7-6E19-8DF91B6FE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eba1a568b6_0_593:notes">
            <a:extLst>
              <a:ext uri="{FF2B5EF4-FFF2-40B4-BE49-F238E27FC236}">
                <a16:creationId xmlns:a16="http://schemas.microsoft.com/office/drawing/2014/main" id="{9CE873C0-FEBC-9C45-BE15-5F34A42C4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343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>
          <a:extLst>
            <a:ext uri="{FF2B5EF4-FFF2-40B4-BE49-F238E27FC236}">
              <a16:creationId xmlns:a16="http://schemas.microsoft.com/office/drawing/2014/main" id="{6763693A-CBA5-B296-845E-897A1F77F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eba1a568b6_0_593:notes">
            <a:extLst>
              <a:ext uri="{FF2B5EF4-FFF2-40B4-BE49-F238E27FC236}">
                <a16:creationId xmlns:a16="http://schemas.microsoft.com/office/drawing/2014/main" id="{2547FA35-330A-2D6B-EE86-067642170B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eba1a568b6_0_593:notes">
            <a:extLst>
              <a:ext uri="{FF2B5EF4-FFF2-40B4-BE49-F238E27FC236}">
                <a16:creationId xmlns:a16="http://schemas.microsoft.com/office/drawing/2014/main" id="{131ACED7-0A30-C0B5-5F46-5C85EFDFB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9129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>
          <a:extLst>
            <a:ext uri="{FF2B5EF4-FFF2-40B4-BE49-F238E27FC236}">
              <a16:creationId xmlns:a16="http://schemas.microsoft.com/office/drawing/2014/main" id="{A4C93838-0A9C-0312-FD44-824825D1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eba1a568b6_0_593:notes">
            <a:extLst>
              <a:ext uri="{FF2B5EF4-FFF2-40B4-BE49-F238E27FC236}">
                <a16:creationId xmlns:a16="http://schemas.microsoft.com/office/drawing/2014/main" id="{3996B05C-5173-2919-AD41-F1DAB86FB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eba1a568b6_0_593:notes">
            <a:extLst>
              <a:ext uri="{FF2B5EF4-FFF2-40B4-BE49-F238E27FC236}">
                <a16:creationId xmlns:a16="http://schemas.microsoft.com/office/drawing/2014/main" id="{C0A941A2-E72C-C2AF-5CF2-AD0907BD0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7269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1df9547bb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1df9547bb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eba1a568b6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eba1a568b6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462D6E44-4881-3D4B-5A02-ECA9CB0F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08BFD071-9D4E-9EA5-DCF1-88093A784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F2294883-2E97-C11C-C6EF-AD0141C17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284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925D1D73-D0A4-E17C-20A9-07479878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62ECC184-C0EA-F62D-0B4B-E87378027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6CCC9462-671D-39D2-7DFC-5AEB5AC2F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435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3D95F31A-2919-9DC1-4407-8139EFCF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AD4DB1A5-A6A1-0DB5-9898-D05C57CC3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D237B2B0-5584-367D-CE9D-9AF4F3625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4916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4DE10E9D-7C37-C746-AA59-1BD77B5F2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64DC1D3D-73B3-C52D-C04B-D090D4BF0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06AB8D38-206F-6A34-89A2-AF8678D56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771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170DC7FF-60AA-B6F9-B169-3AA27BBA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D5801285-F1DC-D943-8228-C935EB94F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86ECA61A-D22C-5B6A-BA39-0A4B8E648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6798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080BB1A1-7F22-893D-3477-5437CFBF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6A49BC93-CEA1-96E3-C215-0BB957646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9CD1D004-0819-94BE-9FCE-260584782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4814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>
          <a:extLst>
            <a:ext uri="{FF2B5EF4-FFF2-40B4-BE49-F238E27FC236}">
              <a16:creationId xmlns:a16="http://schemas.microsoft.com/office/drawing/2014/main" id="{CAB5FFEE-060A-FBD3-FEC9-D36280BA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df5ba6caa7_0_0:notes">
            <a:extLst>
              <a:ext uri="{FF2B5EF4-FFF2-40B4-BE49-F238E27FC236}">
                <a16:creationId xmlns:a16="http://schemas.microsoft.com/office/drawing/2014/main" id="{1A9D6DC9-42A0-5732-1701-135289566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df5ba6caa7_0_0:notes">
            <a:extLst>
              <a:ext uri="{FF2B5EF4-FFF2-40B4-BE49-F238E27FC236}">
                <a16:creationId xmlns:a16="http://schemas.microsoft.com/office/drawing/2014/main" id="{F74E3F23-8A18-E29D-A170-FAF08D234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5070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eba1a568b6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eba1a568b6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BBCA26A5-A8F8-FFAD-86BF-EB39BE13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>
            <a:extLst>
              <a:ext uri="{FF2B5EF4-FFF2-40B4-BE49-F238E27FC236}">
                <a16:creationId xmlns:a16="http://schemas.microsoft.com/office/drawing/2014/main" id="{C377F4FA-70E6-96F9-8AF7-76C04D1AC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>
            <a:extLst>
              <a:ext uri="{FF2B5EF4-FFF2-40B4-BE49-F238E27FC236}">
                <a16:creationId xmlns:a16="http://schemas.microsoft.com/office/drawing/2014/main" id="{2108C741-F4A7-2C3D-0835-B1DBED05A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8441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DA4B98A3-CFB7-E8AC-2B11-E7D49A10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>
            <a:extLst>
              <a:ext uri="{FF2B5EF4-FFF2-40B4-BE49-F238E27FC236}">
                <a16:creationId xmlns:a16="http://schemas.microsoft.com/office/drawing/2014/main" id="{C48DFFE1-9798-6EDF-C4BA-3DD976A80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>
            <a:extLst>
              <a:ext uri="{FF2B5EF4-FFF2-40B4-BE49-F238E27FC236}">
                <a16:creationId xmlns:a16="http://schemas.microsoft.com/office/drawing/2014/main" id="{D519B490-17A6-4DCB-E19D-0BE5D25FA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5604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39620687-3211-7722-E604-AA115FC7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>
            <a:extLst>
              <a:ext uri="{FF2B5EF4-FFF2-40B4-BE49-F238E27FC236}">
                <a16:creationId xmlns:a16="http://schemas.microsoft.com/office/drawing/2014/main" id="{E33969D9-1152-040C-9AFC-943C24807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>
            <a:extLst>
              <a:ext uri="{FF2B5EF4-FFF2-40B4-BE49-F238E27FC236}">
                <a16:creationId xmlns:a16="http://schemas.microsoft.com/office/drawing/2014/main" id="{22315007-9A8A-0531-6B2D-FC8076643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8644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BEE92B7A-C752-4224-34C8-7FB46BBE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>
            <a:extLst>
              <a:ext uri="{FF2B5EF4-FFF2-40B4-BE49-F238E27FC236}">
                <a16:creationId xmlns:a16="http://schemas.microsoft.com/office/drawing/2014/main" id="{734A294D-07AF-66BA-88D4-E6802D5BB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>
            <a:extLst>
              <a:ext uri="{FF2B5EF4-FFF2-40B4-BE49-F238E27FC236}">
                <a16:creationId xmlns:a16="http://schemas.microsoft.com/office/drawing/2014/main" id="{B56D192D-B8D7-D9D7-8019-5E6467ABC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6997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A512044B-E805-01EF-8267-A2A9DFF9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32:notes">
            <a:extLst>
              <a:ext uri="{FF2B5EF4-FFF2-40B4-BE49-F238E27FC236}">
                <a16:creationId xmlns:a16="http://schemas.microsoft.com/office/drawing/2014/main" id="{13AAEC02-F061-FCDA-BFBA-069E729C8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32:notes">
            <a:extLst>
              <a:ext uri="{FF2B5EF4-FFF2-40B4-BE49-F238E27FC236}">
                <a16:creationId xmlns:a16="http://schemas.microsoft.com/office/drawing/2014/main" id="{34E7A65A-2D6C-C91C-0002-93822F2B0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7690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eba1a568b6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eba1a568b6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6C3A371B-F390-92B6-6237-C9EE58E7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E8348721-46BE-7E7D-998E-06378BD45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2B16C20A-D035-6D21-201C-A9BCA36C6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6045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69F5D0C7-001B-BA7A-A633-0B47D759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D43C8869-E102-4733-7AA3-00D6EF19F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AA8DC139-1E85-98E8-BB3D-64D07438F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3233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A954CAF1-5F6B-4737-C531-C917D375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8E13F6FA-1FD9-36B8-D303-E7B31A0C76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5189B12B-DA98-9C01-3406-A80CB4718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04746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A5EC3CCF-2D5A-E9F8-56D7-21BFA05B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807E0D9B-4A1A-847B-C909-3172BCD11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60EFFF3D-DA42-35AB-A5D3-2D9F3F50C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3731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A6B866B3-C1FC-CF14-FAD5-452F2D9F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94786518-DCED-123F-4A14-886648802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FFA08DC4-CEFE-0641-8CD2-E8171041F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2835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6D52907E-9109-59F9-311E-328B029A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871E371F-B27D-ABB1-D031-26AAAD157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5AD34456-E812-F356-E186-BA63310C1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4329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76B3DD68-12CB-64B4-FD06-55DD35BD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15164727-B83D-8737-4B07-675A25BA0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CC03099F-28B6-BF6E-57BB-5100F4E33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4008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>
          <a:extLst>
            <a:ext uri="{FF2B5EF4-FFF2-40B4-BE49-F238E27FC236}">
              <a16:creationId xmlns:a16="http://schemas.microsoft.com/office/drawing/2014/main" id="{C87A2494-8B2A-7014-C399-93CAE669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f9fe90c49_0_88:notes">
            <a:extLst>
              <a:ext uri="{FF2B5EF4-FFF2-40B4-BE49-F238E27FC236}">
                <a16:creationId xmlns:a16="http://schemas.microsoft.com/office/drawing/2014/main" id="{622F8CBC-1321-A6A8-43A9-474D57A1C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f9fe90c49_0_88:notes">
            <a:extLst>
              <a:ext uri="{FF2B5EF4-FFF2-40B4-BE49-F238E27FC236}">
                <a16:creationId xmlns:a16="http://schemas.microsoft.com/office/drawing/2014/main" id="{5C327A4E-6139-386C-04E1-745AE4066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9979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1df5ba6caa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1df5ba6caa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11fd100d434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11fd100d434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Google Shape;2920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1" name="Google Shape;2921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38" y="-560425"/>
            <a:ext cx="9377500" cy="63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9975" y="1241950"/>
            <a:ext cx="7124100" cy="1810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381400" y="3105100"/>
            <a:ext cx="4381500" cy="475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36928" y="141845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 rot="858034">
            <a:off x="-432398" y="1986262"/>
            <a:ext cx="1015306" cy="1810634"/>
            <a:chOff x="2843450" y="-1737000"/>
            <a:chExt cx="553375" cy="986750"/>
          </a:xfrm>
        </p:grpSpPr>
        <p:sp>
          <p:nvSpPr>
            <p:cNvPr id="16" name="Google Shape;16;p2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38" y="-560425"/>
            <a:ext cx="9377500" cy="63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2171700" y="2056175"/>
            <a:ext cx="4800600" cy="10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3846750" y="776225"/>
            <a:ext cx="1450500" cy="152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1"/>
          </p:nvPr>
        </p:nvSpPr>
        <p:spPr>
          <a:xfrm>
            <a:off x="2171700" y="3319675"/>
            <a:ext cx="4800600" cy="417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-125525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 flipH="1">
            <a:off x="8915000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8564671" y="4624123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104848" y="4264635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104856" y="4743367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1174450" y="1108000"/>
            <a:ext cx="401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ubTitle" idx="1"/>
          </p:nvPr>
        </p:nvSpPr>
        <p:spPr>
          <a:xfrm>
            <a:off x="1174450" y="1921700"/>
            <a:ext cx="4014600" cy="21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14" name="Google Shape;114;p7"/>
          <p:cNvGrpSpPr/>
          <p:nvPr/>
        </p:nvGrpSpPr>
        <p:grpSpPr>
          <a:xfrm rot="6201090">
            <a:off x="-53757" y="4031231"/>
            <a:ext cx="1086958" cy="1626123"/>
            <a:chOff x="3774225" y="-1654550"/>
            <a:chExt cx="636100" cy="951625"/>
          </a:xfrm>
        </p:grpSpPr>
        <p:sp>
          <p:nvSpPr>
            <p:cNvPr id="115" name="Google Shape;115;p7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7"/>
          <p:cNvSpPr>
            <a:spLocks noGrp="1"/>
          </p:cNvSpPr>
          <p:nvPr>
            <p:ph type="pic" idx="2"/>
          </p:nvPr>
        </p:nvSpPr>
        <p:spPr>
          <a:xfrm>
            <a:off x="5263850" y="1218900"/>
            <a:ext cx="2705700" cy="270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>
            <a:spLocks noGrp="1"/>
          </p:cNvSpPr>
          <p:nvPr>
            <p:ph type="pic" idx="2"/>
          </p:nvPr>
        </p:nvSpPr>
        <p:spPr>
          <a:xfrm>
            <a:off x="-95250" y="-95250"/>
            <a:ext cx="94107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10"/>
          <p:cNvSpPr txBox="1">
            <a:spLocks noGrp="1"/>
          </p:cNvSpPr>
          <p:nvPr>
            <p:ph type="title"/>
          </p:nvPr>
        </p:nvSpPr>
        <p:spPr>
          <a:xfrm>
            <a:off x="720000" y="4041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"/>
          <p:cNvSpPr/>
          <p:nvPr/>
        </p:nvSpPr>
        <p:spPr>
          <a:xfrm flipH="1">
            <a:off x="8915000" y="-38212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1"/>
          <p:cNvGrpSpPr/>
          <p:nvPr/>
        </p:nvGrpSpPr>
        <p:grpSpPr>
          <a:xfrm>
            <a:off x="-430314" y="3756166"/>
            <a:ext cx="1354671" cy="1901896"/>
            <a:chOff x="10082667" y="2725665"/>
            <a:chExt cx="1702062" cy="2389616"/>
          </a:xfrm>
        </p:grpSpPr>
        <p:sp>
          <p:nvSpPr>
            <p:cNvPr id="203" name="Google Shape;203;p11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11"/>
          <p:cNvGrpSpPr/>
          <p:nvPr/>
        </p:nvGrpSpPr>
        <p:grpSpPr>
          <a:xfrm rot="-938347">
            <a:off x="8358495" y="3708804"/>
            <a:ext cx="1015290" cy="1810630"/>
            <a:chOff x="2843450" y="-1737000"/>
            <a:chExt cx="553375" cy="986750"/>
          </a:xfrm>
        </p:grpSpPr>
        <p:sp>
          <p:nvSpPr>
            <p:cNvPr id="209" name="Google Shape;209;p11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1" name="Google Shape;211;p11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212" name="Google Shape;212;p11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" name="Google Shape;218;p11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11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223" name="Google Shape;223;p11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" name="Google Shape;226;p11"/>
          <p:cNvGrpSpPr/>
          <p:nvPr/>
        </p:nvGrpSpPr>
        <p:grpSpPr>
          <a:xfrm rot="6201090">
            <a:off x="8788031" y="1491031"/>
            <a:ext cx="1086958" cy="1626123"/>
            <a:chOff x="3774225" y="-1654550"/>
            <a:chExt cx="636100" cy="951625"/>
          </a:xfrm>
        </p:grpSpPr>
        <p:sp>
          <p:nvSpPr>
            <p:cNvPr id="227" name="Google Shape;227;p11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1"/>
          <p:cNvSpPr txBox="1">
            <a:spLocks noGrp="1"/>
          </p:cNvSpPr>
          <p:nvPr>
            <p:ph type="title" hasCustomPrompt="1"/>
          </p:nvPr>
        </p:nvSpPr>
        <p:spPr>
          <a:xfrm>
            <a:off x="1562100" y="1409700"/>
            <a:ext cx="6019800" cy="17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4" name="Google Shape;234;p11"/>
          <p:cNvSpPr txBox="1">
            <a:spLocks noGrp="1"/>
          </p:cNvSpPr>
          <p:nvPr>
            <p:ph type="subTitle" idx="1"/>
          </p:nvPr>
        </p:nvSpPr>
        <p:spPr>
          <a:xfrm>
            <a:off x="1562100" y="3040875"/>
            <a:ext cx="6019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-125525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 flipH="1">
            <a:off x="8915000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3"/>
          </p:nvPr>
        </p:nvSpPr>
        <p:spPr>
          <a:xfrm>
            <a:off x="720000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4"/>
          </p:nvPr>
        </p:nvSpPr>
        <p:spPr>
          <a:xfrm>
            <a:off x="3419269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6"/>
          </p:nvPr>
        </p:nvSpPr>
        <p:spPr>
          <a:xfrm>
            <a:off x="6118545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8543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69" y="28543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45" y="28543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8"/>
          </p:nvPr>
        </p:nvSpPr>
        <p:spPr>
          <a:xfrm>
            <a:off x="720000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9"/>
          </p:nvPr>
        </p:nvSpPr>
        <p:spPr>
          <a:xfrm>
            <a:off x="3419269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subTitle" idx="21"/>
          </p:nvPr>
        </p:nvSpPr>
        <p:spPr>
          <a:xfrm>
            <a:off x="6118545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59" name="Google Shape;259;p13"/>
          <p:cNvGrpSpPr/>
          <p:nvPr/>
        </p:nvGrpSpPr>
        <p:grpSpPr>
          <a:xfrm rot="-938347">
            <a:off x="8388070" y="4041141"/>
            <a:ext cx="1015290" cy="1810630"/>
            <a:chOff x="2843450" y="-1737000"/>
            <a:chExt cx="553375" cy="986750"/>
          </a:xfrm>
        </p:grpSpPr>
        <p:sp>
          <p:nvSpPr>
            <p:cNvPr id="260" name="Google Shape;260;p13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263" name="Google Shape;263;p13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9" name="Google Shape;269;p13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3" name="Google Shape;273;p13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274" name="Google Shape;274;p13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" name="Google Shape;277;p13"/>
          <p:cNvGrpSpPr/>
          <p:nvPr/>
        </p:nvGrpSpPr>
        <p:grpSpPr>
          <a:xfrm>
            <a:off x="332481" y="4150567"/>
            <a:ext cx="779091" cy="707032"/>
            <a:chOff x="332481" y="4150567"/>
            <a:chExt cx="779091" cy="707032"/>
          </a:xfrm>
        </p:grpSpPr>
        <p:sp>
          <p:nvSpPr>
            <p:cNvPr id="278" name="Google Shape;278;p13"/>
            <p:cNvSpPr/>
            <p:nvPr/>
          </p:nvSpPr>
          <p:spPr>
            <a:xfrm>
              <a:off x="559435" y="4530760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332481" y="415056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945046" y="4637361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13"/>
          <p:cNvGrpSpPr/>
          <p:nvPr/>
        </p:nvGrpSpPr>
        <p:grpSpPr>
          <a:xfrm>
            <a:off x="7414148" y="3665772"/>
            <a:ext cx="1425646" cy="1274839"/>
            <a:chOff x="7414148" y="3665772"/>
            <a:chExt cx="1425646" cy="1274839"/>
          </a:xfrm>
        </p:grpSpPr>
        <p:sp>
          <p:nvSpPr>
            <p:cNvPr id="282" name="Google Shape;282;p13"/>
            <p:cNvSpPr/>
            <p:nvPr/>
          </p:nvSpPr>
          <p:spPr>
            <a:xfrm>
              <a:off x="8673260" y="3665772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7996271" y="47203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7414148" y="4664110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"/>
          <p:cNvSpPr/>
          <p:nvPr/>
        </p:nvSpPr>
        <p:spPr>
          <a:xfrm>
            <a:off x="-125525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/>
          <p:nvPr/>
        </p:nvSpPr>
        <p:spPr>
          <a:xfrm flipH="1">
            <a:off x="8915000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6" name="Google Shape;376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18"/>
          <p:cNvGrpSpPr/>
          <p:nvPr/>
        </p:nvGrpSpPr>
        <p:grpSpPr>
          <a:xfrm>
            <a:off x="412798" y="4188447"/>
            <a:ext cx="626349" cy="698971"/>
            <a:chOff x="412798" y="4188447"/>
            <a:chExt cx="626349" cy="698971"/>
          </a:xfrm>
        </p:grpSpPr>
        <p:sp>
          <p:nvSpPr>
            <p:cNvPr id="379" name="Google Shape;379;p18"/>
            <p:cNvSpPr/>
            <p:nvPr/>
          </p:nvSpPr>
          <p:spPr>
            <a:xfrm>
              <a:off x="872621" y="4547936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412798" y="4188447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412806" y="4667180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18"/>
          <p:cNvGrpSpPr/>
          <p:nvPr/>
        </p:nvGrpSpPr>
        <p:grpSpPr>
          <a:xfrm rot="858034">
            <a:off x="8311352" y="4126637"/>
            <a:ext cx="1015306" cy="1810634"/>
            <a:chOff x="2843450" y="-1737000"/>
            <a:chExt cx="553375" cy="986750"/>
          </a:xfrm>
        </p:grpSpPr>
        <p:sp>
          <p:nvSpPr>
            <p:cNvPr id="383" name="Google Shape;383;p18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5" name="Google Shape;385;p18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2" name="Google Shape;392;p18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" name="Google Shape;396;p18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397" name="Google Shape;397;p18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8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8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529825"/>
            <a:ext cx="9377525" cy="62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9"/>
          <p:cNvSpPr txBox="1">
            <a:spLocks noGrp="1"/>
          </p:cNvSpPr>
          <p:nvPr>
            <p:ph type="title"/>
          </p:nvPr>
        </p:nvSpPr>
        <p:spPr>
          <a:xfrm>
            <a:off x="1368300" y="2393400"/>
            <a:ext cx="6407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title" idx="2" hasCustomPrompt="1"/>
          </p:nvPr>
        </p:nvSpPr>
        <p:spPr>
          <a:xfrm>
            <a:off x="3562350" y="999000"/>
            <a:ext cx="2019300" cy="150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6" name="Google Shape;406;p19"/>
          <p:cNvSpPr txBox="1">
            <a:spLocks noGrp="1"/>
          </p:cNvSpPr>
          <p:nvPr>
            <p:ph type="subTitle" idx="1"/>
          </p:nvPr>
        </p:nvSpPr>
        <p:spPr>
          <a:xfrm>
            <a:off x="2038198" y="3508075"/>
            <a:ext cx="5067600" cy="417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 rot="5013124">
            <a:off x="7431281" y="-445418"/>
            <a:ext cx="1086974" cy="1626146"/>
            <a:chOff x="3774225" y="-1654550"/>
            <a:chExt cx="636100" cy="951625"/>
          </a:xfrm>
        </p:grpSpPr>
        <p:sp>
          <p:nvSpPr>
            <p:cNvPr id="408" name="Google Shape;408;p19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19"/>
          <p:cNvGrpSpPr/>
          <p:nvPr/>
        </p:nvGrpSpPr>
        <p:grpSpPr>
          <a:xfrm>
            <a:off x="10082" y="4151884"/>
            <a:ext cx="1431774" cy="2010145"/>
            <a:chOff x="7344817" y="2577565"/>
            <a:chExt cx="1702062" cy="2389616"/>
          </a:xfrm>
        </p:grpSpPr>
        <p:sp>
          <p:nvSpPr>
            <p:cNvPr id="415" name="Google Shape;415;p19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19"/>
          <p:cNvGrpSpPr/>
          <p:nvPr/>
        </p:nvGrpSpPr>
        <p:grpSpPr>
          <a:xfrm rot="910745">
            <a:off x="7854449" y="4151857"/>
            <a:ext cx="1127195" cy="2010175"/>
            <a:chOff x="-195669" y="1952562"/>
            <a:chExt cx="1015277" cy="1810588"/>
          </a:xfrm>
        </p:grpSpPr>
        <p:sp>
          <p:nvSpPr>
            <p:cNvPr id="421" name="Google Shape;421;p19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3" name="Google Shape;423;p19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424" name="Google Shape;424;p19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0" name="Google Shape;430;p19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4" name="Google Shape;434;p19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435" name="Google Shape;435;p19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8" name="Google Shape;438;p19"/>
          <p:cNvSpPr/>
          <p:nvPr/>
        </p:nvSpPr>
        <p:spPr>
          <a:xfrm>
            <a:off x="8511875" y="210792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8645228" y="31304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0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3" name="Google Shape;443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529825"/>
            <a:ext cx="9377525" cy="62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0"/>
          <p:cNvSpPr txBox="1">
            <a:spLocks noGrp="1"/>
          </p:cNvSpPr>
          <p:nvPr>
            <p:ph type="title"/>
          </p:nvPr>
        </p:nvSpPr>
        <p:spPr>
          <a:xfrm>
            <a:off x="1581150" y="2386938"/>
            <a:ext cx="5981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5" name="Google Shape;445;p20"/>
          <p:cNvSpPr txBox="1">
            <a:spLocks noGrp="1"/>
          </p:cNvSpPr>
          <p:nvPr>
            <p:ph type="title" idx="2" hasCustomPrompt="1"/>
          </p:nvPr>
        </p:nvSpPr>
        <p:spPr>
          <a:xfrm>
            <a:off x="3833425" y="1123950"/>
            <a:ext cx="1467000" cy="13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20"/>
          <p:cNvSpPr txBox="1">
            <a:spLocks noGrp="1"/>
          </p:cNvSpPr>
          <p:nvPr>
            <p:ph type="subTitle" idx="1"/>
          </p:nvPr>
        </p:nvSpPr>
        <p:spPr>
          <a:xfrm>
            <a:off x="2038200" y="3478575"/>
            <a:ext cx="5067600" cy="417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0"/>
          <p:cNvSpPr/>
          <p:nvPr/>
        </p:nvSpPr>
        <p:spPr>
          <a:xfrm flipH="1">
            <a:off x="8539644" y="240960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0"/>
          <p:cNvGrpSpPr/>
          <p:nvPr/>
        </p:nvGrpSpPr>
        <p:grpSpPr>
          <a:xfrm flipH="1">
            <a:off x="7945775" y="4016359"/>
            <a:ext cx="1431774" cy="2010145"/>
            <a:chOff x="7344817" y="2577565"/>
            <a:chExt cx="1702062" cy="2389616"/>
          </a:xfrm>
        </p:grpSpPr>
        <p:sp>
          <p:nvSpPr>
            <p:cNvPr id="449" name="Google Shape;449;p20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20"/>
          <p:cNvGrpSpPr/>
          <p:nvPr/>
        </p:nvGrpSpPr>
        <p:grpSpPr>
          <a:xfrm rot="-910745" flipH="1">
            <a:off x="8783164" y="877844"/>
            <a:ext cx="1127195" cy="2010175"/>
            <a:chOff x="-195669" y="1952562"/>
            <a:chExt cx="1015277" cy="1810588"/>
          </a:xfrm>
        </p:grpSpPr>
        <p:sp>
          <p:nvSpPr>
            <p:cNvPr id="455" name="Google Shape;455;p20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20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458" name="Google Shape;458;p20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4" name="Google Shape;464;p20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8" name="Google Shape;468;p20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469" name="Google Shape;469;p20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2" name="Google Shape;472;p20"/>
          <p:cNvSpPr/>
          <p:nvPr/>
        </p:nvSpPr>
        <p:spPr>
          <a:xfrm flipH="1">
            <a:off x="8539651" y="34051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0"/>
          <p:cNvGrpSpPr/>
          <p:nvPr/>
        </p:nvGrpSpPr>
        <p:grpSpPr>
          <a:xfrm rot="475282" flipH="1">
            <a:off x="-655925" y="2266115"/>
            <a:ext cx="1127154" cy="2010102"/>
            <a:chOff x="-195669" y="1952562"/>
            <a:chExt cx="1015277" cy="1810588"/>
          </a:xfrm>
        </p:grpSpPr>
        <p:sp>
          <p:nvSpPr>
            <p:cNvPr id="474" name="Google Shape;474;p20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6" name="Google Shape;476;p20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477" name="Google Shape;477;p20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3" name="Google Shape;483;p20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7" name="Google Shape;487;p20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488" name="Google Shape;488;p20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1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21"/>
          <p:cNvGrpSpPr/>
          <p:nvPr/>
        </p:nvGrpSpPr>
        <p:grpSpPr>
          <a:xfrm rot="-1286076">
            <a:off x="-199445" y="3354183"/>
            <a:ext cx="1431740" cy="2010097"/>
            <a:chOff x="7344817" y="2577565"/>
            <a:chExt cx="1702062" cy="2389616"/>
          </a:xfrm>
        </p:grpSpPr>
        <p:sp>
          <p:nvSpPr>
            <p:cNvPr id="495" name="Google Shape;495;p21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0" name="Google Shape;50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529825"/>
            <a:ext cx="9377525" cy="62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1"/>
          <p:cNvSpPr txBox="1">
            <a:spLocks noGrp="1"/>
          </p:cNvSpPr>
          <p:nvPr>
            <p:ph type="title"/>
          </p:nvPr>
        </p:nvSpPr>
        <p:spPr>
          <a:xfrm>
            <a:off x="2114550" y="2343150"/>
            <a:ext cx="491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2" name="Google Shape;502;p21"/>
          <p:cNvSpPr txBox="1">
            <a:spLocks noGrp="1"/>
          </p:cNvSpPr>
          <p:nvPr>
            <p:ph type="title" idx="2" hasCustomPrompt="1"/>
          </p:nvPr>
        </p:nvSpPr>
        <p:spPr>
          <a:xfrm>
            <a:off x="3785375" y="1085850"/>
            <a:ext cx="1605600" cy="140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21"/>
          <p:cNvSpPr txBox="1">
            <a:spLocks noGrp="1"/>
          </p:cNvSpPr>
          <p:nvPr>
            <p:ph type="subTitle" idx="1"/>
          </p:nvPr>
        </p:nvSpPr>
        <p:spPr>
          <a:xfrm>
            <a:off x="2508800" y="3420350"/>
            <a:ext cx="4158600" cy="417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04" name="Google Shape;504;p21"/>
          <p:cNvGrpSpPr/>
          <p:nvPr/>
        </p:nvGrpSpPr>
        <p:grpSpPr>
          <a:xfrm rot="5013124">
            <a:off x="4028531" y="3979232"/>
            <a:ext cx="1086974" cy="1626146"/>
            <a:chOff x="3774225" y="-1654550"/>
            <a:chExt cx="636100" cy="951625"/>
          </a:xfrm>
        </p:grpSpPr>
        <p:sp>
          <p:nvSpPr>
            <p:cNvPr id="505" name="Google Shape;505;p21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21"/>
          <p:cNvSpPr/>
          <p:nvPr/>
        </p:nvSpPr>
        <p:spPr>
          <a:xfrm>
            <a:off x="409988" y="202785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21"/>
          <p:cNvGrpSpPr/>
          <p:nvPr/>
        </p:nvGrpSpPr>
        <p:grpSpPr>
          <a:xfrm>
            <a:off x="8299030" y="3133387"/>
            <a:ext cx="1127161" cy="2010114"/>
            <a:chOff x="-195669" y="1952562"/>
            <a:chExt cx="1015277" cy="1810588"/>
          </a:xfrm>
        </p:grpSpPr>
        <p:sp>
          <p:nvSpPr>
            <p:cNvPr id="513" name="Google Shape;513;p21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5" name="Google Shape;515;p21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516" name="Google Shape;516;p21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2" name="Google Shape;522;p21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6" name="Google Shape;526;p21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527" name="Google Shape;527;p21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0" name="Google Shape;530;p21"/>
          <p:cNvSpPr/>
          <p:nvPr/>
        </p:nvSpPr>
        <p:spPr>
          <a:xfrm>
            <a:off x="8532325" y="1577125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4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4" name="Google Shape;534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529825"/>
            <a:ext cx="9377525" cy="62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2"/>
          <p:cNvSpPr txBox="1">
            <a:spLocks noGrp="1"/>
          </p:cNvSpPr>
          <p:nvPr>
            <p:ph type="title"/>
          </p:nvPr>
        </p:nvSpPr>
        <p:spPr>
          <a:xfrm>
            <a:off x="2663462" y="2495538"/>
            <a:ext cx="389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22"/>
          <p:cNvSpPr txBox="1">
            <a:spLocks noGrp="1"/>
          </p:cNvSpPr>
          <p:nvPr>
            <p:ph type="title" idx="2" hasCustomPrompt="1"/>
          </p:nvPr>
        </p:nvSpPr>
        <p:spPr>
          <a:xfrm>
            <a:off x="3462175" y="1034250"/>
            <a:ext cx="2214600" cy="153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7" name="Google Shape;537;p22"/>
          <p:cNvSpPr txBox="1">
            <a:spLocks noGrp="1"/>
          </p:cNvSpPr>
          <p:nvPr>
            <p:ph type="subTitle" idx="1"/>
          </p:nvPr>
        </p:nvSpPr>
        <p:spPr>
          <a:xfrm>
            <a:off x="2620387" y="3577813"/>
            <a:ext cx="3898200" cy="417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8311600" y="235862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9" name="Google Shape;539;p22"/>
          <p:cNvGrpSpPr/>
          <p:nvPr/>
        </p:nvGrpSpPr>
        <p:grpSpPr>
          <a:xfrm rot="5013124">
            <a:off x="732019" y="-375793"/>
            <a:ext cx="1086974" cy="1626146"/>
            <a:chOff x="3774225" y="-1654550"/>
            <a:chExt cx="636100" cy="951625"/>
          </a:xfrm>
        </p:grpSpPr>
        <p:sp>
          <p:nvSpPr>
            <p:cNvPr id="540" name="Google Shape;540;p22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" name="Google Shape;546;p22"/>
          <p:cNvGrpSpPr/>
          <p:nvPr/>
        </p:nvGrpSpPr>
        <p:grpSpPr>
          <a:xfrm rot="-1286076">
            <a:off x="-199445" y="3354183"/>
            <a:ext cx="1431740" cy="2010097"/>
            <a:chOff x="7344817" y="2577565"/>
            <a:chExt cx="1702062" cy="2389616"/>
          </a:xfrm>
        </p:grpSpPr>
        <p:sp>
          <p:nvSpPr>
            <p:cNvPr id="547" name="Google Shape;547;p22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22"/>
          <p:cNvSpPr/>
          <p:nvPr/>
        </p:nvSpPr>
        <p:spPr>
          <a:xfrm>
            <a:off x="409988" y="20088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22"/>
          <p:cNvGrpSpPr/>
          <p:nvPr/>
        </p:nvGrpSpPr>
        <p:grpSpPr>
          <a:xfrm>
            <a:off x="8299030" y="3133387"/>
            <a:ext cx="1127161" cy="2010114"/>
            <a:chOff x="-195669" y="1952562"/>
            <a:chExt cx="1015277" cy="1810588"/>
          </a:xfrm>
        </p:grpSpPr>
        <p:sp>
          <p:nvSpPr>
            <p:cNvPr id="554" name="Google Shape;554;p22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6" name="Google Shape;556;p22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557" name="Google Shape;557;p22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3" name="Google Shape;563;p22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22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568" name="Google Shape;568;p22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2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2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1" name="Google Shape;571;p22"/>
          <p:cNvSpPr/>
          <p:nvPr/>
        </p:nvSpPr>
        <p:spPr>
          <a:xfrm>
            <a:off x="8311600" y="147885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/>
          <p:nvPr/>
        </p:nvSpPr>
        <p:spPr>
          <a:xfrm flipH="1">
            <a:off x="8915000" y="-38212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5" name="Google Shape;57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/>
          <p:nvPr/>
        </p:nvSpPr>
        <p:spPr>
          <a:xfrm>
            <a:off x="7885521" y="4624123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7425698" y="4264635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7425706" y="4743367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858034">
            <a:off x="-74648" y="4304887"/>
            <a:ext cx="1015306" cy="1810634"/>
            <a:chOff x="2843450" y="-1737000"/>
            <a:chExt cx="553375" cy="986750"/>
          </a:xfrm>
        </p:grpSpPr>
        <p:sp>
          <p:nvSpPr>
            <p:cNvPr id="580" name="Google Shape;580;p23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2" name="Google Shape;582;p23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9" name="Google Shape;589;p23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3" name="Google Shape;593;p23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594" name="Google Shape;594;p23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7" name="Google Shape;597;p23"/>
          <p:cNvSpPr txBox="1">
            <a:spLocks noGrp="1"/>
          </p:cNvSpPr>
          <p:nvPr>
            <p:ph type="title"/>
          </p:nvPr>
        </p:nvSpPr>
        <p:spPr>
          <a:xfrm>
            <a:off x="1016299" y="1130100"/>
            <a:ext cx="3460500" cy="18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23"/>
          <p:cNvSpPr txBox="1">
            <a:spLocks noGrp="1"/>
          </p:cNvSpPr>
          <p:nvPr>
            <p:ph type="subTitle" idx="1"/>
          </p:nvPr>
        </p:nvSpPr>
        <p:spPr>
          <a:xfrm>
            <a:off x="1016299" y="3021900"/>
            <a:ext cx="3460500" cy="9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3"/>
          <p:cNvSpPr>
            <a:spLocks noGrp="1"/>
          </p:cNvSpPr>
          <p:nvPr>
            <p:ph type="pic" idx="2"/>
          </p:nvPr>
        </p:nvSpPr>
        <p:spPr>
          <a:xfrm>
            <a:off x="4768156" y="1053900"/>
            <a:ext cx="3035700" cy="3035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600" name="Google Shape;600;p23"/>
          <p:cNvGrpSpPr/>
          <p:nvPr/>
        </p:nvGrpSpPr>
        <p:grpSpPr>
          <a:xfrm flipH="1">
            <a:off x="8204461" y="3902541"/>
            <a:ext cx="1354671" cy="1901896"/>
            <a:chOff x="10082667" y="2725665"/>
            <a:chExt cx="1702062" cy="2389616"/>
          </a:xfrm>
        </p:grpSpPr>
        <p:sp>
          <p:nvSpPr>
            <p:cNvPr id="601" name="Google Shape;601;p23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"/>
          <p:cNvSpPr/>
          <p:nvPr/>
        </p:nvSpPr>
        <p:spPr>
          <a:xfrm flipH="1">
            <a:off x="8915000" y="-38212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4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9" name="Google Shape;609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0" name="Google Shape;610;p24"/>
          <p:cNvGrpSpPr/>
          <p:nvPr/>
        </p:nvGrpSpPr>
        <p:grpSpPr>
          <a:xfrm>
            <a:off x="8104848" y="4264647"/>
            <a:ext cx="626349" cy="698971"/>
            <a:chOff x="8104848" y="4264647"/>
            <a:chExt cx="626349" cy="698971"/>
          </a:xfrm>
        </p:grpSpPr>
        <p:sp>
          <p:nvSpPr>
            <p:cNvPr id="611" name="Google Shape;611;p24"/>
            <p:cNvSpPr/>
            <p:nvPr/>
          </p:nvSpPr>
          <p:spPr>
            <a:xfrm>
              <a:off x="8564671" y="4624136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8104848" y="4264647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8104856" y="4743380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4" name="Google Shape;614;p2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24"/>
          <p:cNvSpPr txBox="1">
            <a:spLocks noGrp="1"/>
          </p:cNvSpPr>
          <p:nvPr>
            <p:ph type="subTitle" idx="1"/>
          </p:nvPr>
        </p:nvSpPr>
        <p:spPr>
          <a:xfrm>
            <a:off x="1035350" y="1139940"/>
            <a:ext cx="7382700" cy="20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16" name="Google Shape;616;p24"/>
          <p:cNvGrpSpPr/>
          <p:nvPr/>
        </p:nvGrpSpPr>
        <p:grpSpPr>
          <a:xfrm>
            <a:off x="351506" y="3752780"/>
            <a:ext cx="683851" cy="1184092"/>
            <a:chOff x="351506" y="3752780"/>
            <a:chExt cx="683851" cy="1184092"/>
          </a:xfrm>
        </p:grpSpPr>
        <p:sp>
          <p:nvSpPr>
            <p:cNvPr id="617" name="Google Shape;617;p24"/>
            <p:cNvSpPr/>
            <p:nvPr/>
          </p:nvSpPr>
          <p:spPr>
            <a:xfrm>
              <a:off x="430321" y="4431411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868823" y="4770122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351506" y="3752780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5"/>
          <p:cNvSpPr/>
          <p:nvPr/>
        </p:nvSpPr>
        <p:spPr>
          <a:xfrm flipH="1">
            <a:off x="8915000" y="-38212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5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3" name="Google Shape;623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5"/>
          <p:cNvSpPr txBox="1">
            <a:spLocks noGrp="1"/>
          </p:cNvSpPr>
          <p:nvPr>
            <p:ph type="title"/>
          </p:nvPr>
        </p:nvSpPr>
        <p:spPr>
          <a:xfrm>
            <a:off x="1289154" y="1406600"/>
            <a:ext cx="2585700" cy="13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25"/>
          <p:cNvSpPr txBox="1">
            <a:spLocks noGrp="1"/>
          </p:cNvSpPr>
          <p:nvPr>
            <p:ph type="subTitle" idx="1"/>
          </p:nvPr>
        </p:nvSpPr>
        <p:spPr>
          <a:xfrm>
            <a:off x="1289154" y="2731175"/>
            <a:ext cx="25857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26" name="Google Shape;626;p25"/>
          <p:cNvGrpSpPr/>
          <p:nvPr/>
        </p:nvGrpSpPr>
        <p:grpSpPr>
          <a:xfrm rot="6201090">
            <a:off x="-53757" y="4031231"/>
            <a:ext cx="1086958" cy="1626123"/>
            <a:chOff x="3774225" y="-1654550"/>
            <a:chExt cx="636100" cy="951625"/>
          </a:xfrm>
        </p:grpSpPr>
        <p:sp>
          <p:nvSpPr>
            <p:cNvPr id="627" name="Google Shape;627;p25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5"/>
          <p:cNvGrpSpPr/>
          <p:nvPr/>
        </p:nvGrpSpPr>
        <p:grpSpPr>
          <a:xfrm>
            <a:off x="8104848" y="4264635"/>
            <a:ext cx="626349" cy="698971"/>
            <a:chOff x="8104848" y="4264635"/>
            <a:chExt cx="626349" cy="698971"/>
          </a:xfrm>
        </p:grpSpPr>
        <p:sp>
          <p:nvSpPr>
            <p:cNvPr id="634" name="Google Shape;634;p25"/>
            <p:cNvSpPr/>
            <p:nvPr/>
          </p:nvSpPr>
          <p:spPr>
            <a:xfrm>
              <a:off x="8564671" y="462412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8104848" y="426463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8104856" y="474336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8"/>
          <p:cNvSpPr/>
          <p:nvPr/>
        </p:nvSpPr>
        <p:spPr>
          <a:xfrm flipH="1">
            <a:off x="8915000" y="-1143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6" name="Google Shape;716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28"/>
          <p:cNvGrpSpPr/>
          <p:nvPr/>
        </p:nvGrpSpPr>
        <p:grpSpPr>
          <a:xfrm>
            <a:off x="412798" y="4188447"/>
            <a:ext cx="626349" cy="698971"/>
            <a:chOff x="8033473" y="4295585"/>
            <a:chExt cx="626349" cy="698971"/>
          </a:xfrm>
        </p:grpSpPr>
        <p:sp>
          <p:nvSpPr>
            <p:cNvPr id="718" name="Google Shape;718;p28"/>
            <p:cNvSpPr/>
            <p:nvPr/>
          </p:nvSpPr>
          <p:spPr>
            <a:xfrm>
              <a:off x="8493296" y="46550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8033473" y="429558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8033481" y="477431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28"/>
          <p:cNvGrpSpPr/>
          <p:nvPr/>
        </p:nvGrpSpPr>
        <p:grpSpPr>
          <a:xfrm>
            <a:off x="8104848" y="103685"/>
            <a:ext cx="626349" cy="698971"/>
            <a:chOff x="8033473" y="4295585"/>
            <a:chExt cx="626349" cy="698971"/>
          </a:xfrm>
        </p:grpSpPr>
        <p:sp>
          <p:nvSpPr>
            <p:cNvPr id="722" name="Google Shape;722;p28"/>
            <p:cNvSpPr/>
            <p:nvPr/>
          </p:nvSpPr>
          <p:spPr>
            <a:xfrm>
              <a:off x="8493296" y="46550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8033473" y="429558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8033481" y="477431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28"/>
          <p:cNvGrpSpPr/>
          <p:nvPr/>
        </p:nvGrpSpPr>
        <p:grpSpPr>
          <a:xfrm rot="858034">
            <a:off x="-210073" y="1855287"/>
            <a:ext cx="1015306" cy="1810634"/>
            <a:chOff x="2843450" y="-1737000"/>
            <a:chExt cx="553375" cy="986750"/>
          </a:xfrm>
        </p:grpSpPr>
        <p:sp>
          <p:nvSpPr>
            <p:cNvPr id="726" name="Google Shape;726;p28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8" name="Google Shape;728;p28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729" name="Google Shape;729;p28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8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8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8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5" name="Google Shape;735;p28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9" name="Google Shape;739;p28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740" name="Google Shape;740;p28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3" name="Google Shape;74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28"/>
          <p:cNvSpPr txBox="1">
            <a:spLocks noGrp="1"/>
          </p:cNvSpPr>
          <p:nvPr>
            <p:ph type="subTitle" idx="1"/>
          </p:nvPr>
        </p:nvSpPr>
        <p:spPr>
          <a:xfrm>
            <a:off x="4857333" y="2939725"/>
            <a:ext cx="279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5" name="Google Shape;745;p28"/>
          <p:cNvSpPr txBox="1">
            <a:spLocks noGrp="1"/>
          </p:cNvSpPr>
          <p:nvPr>
            <p:ph type="subTitle" idx="2"/>
          </p:nvPr>
        </p:nvSpPr>
        <p:spPr>
          <a:xfrm>
            <a:off x="4858083" y="2393720"/>
            <a:ext cx="27888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6" name="Google Shape;746;p28"/>
          <p:cNvSpPr txBox="1">
            <a:spLocks noGrp="1"/>
          </p:cNvSpPr>
          <p:nvPr>
            <p:ph type="subTitle" idx="3"/>
          </p:nvPr>
        </p:nvSpPr>
        <p:spPr>
          <a:xfrm>
            <a:off x="1725717" y="2469920"/>
            <a:ext cx="27888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7" name="Google Shape;747;p28"/>
          <p:cNvSpPr txBox="1">
            <a:spLocks noGrp="1"/>
          </p:cNvSpPr>
          <p:nvPr>
            <p:ph type="subTitle" idx="4"/>
          </p:nvPr>
        </p:nvSpPr>
        <p:spPr>
          <a:xfrm>
            <a:off x="1724967" y="2939725"/>
            <a:ext cx="279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748" name="Google Shape;748;p28"/>
          <p:cNvGrpSpPr/>
          <p:nvPr/>
        </p:nvGrpSpPr>
        <p:grpSpPr>
          <a:xfrm flipH="1">
            <a:off x="8104848" y="3763266"/>
            <a:ext cx="1354671" cy="1901896"/>
            <a:chOff x="10082667" y="2725665"/>
            <a:chExt cx="1702062" cy="2389616"/>
          </a:xfrm>
        </p:grpSpPr>
        <p:sp>
          <p:nvSpPr>
            <p:cNvPr id="749" name="Google Shape;749;p28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2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9"/>
          <p:cNvSpPr/>
          <p:nvPr/>
        </p:nvSpPr>
        <p:spPr>
          <a:xfrm>
            <a:off x="-125525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9"/>
          <p:cNvSpPr/>
          <p:nvPr/>
        </p:nvSpPr>
        <p:spPr>
          <a:xfrm flipH="1">
            <a:off x="8915000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7" name="Google Shape;757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9"/>
          <p:cNvSpPr/>
          <p:nvPr/>
        </p:nvSpPr>
        <p:spPr>
          <a:xfrm rot="10648600">
            <a:off x="1094791" y="4159509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9"/>
          <p:cNvSpPr/>
          <p:nvPr/>
        </p:nvSpPr>
        <p:spPr>
          <a:xfrm rot="10648795">
            <a:off x="1716130" y="4435511"/>
            <a:ext cx="166525" cy="166740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29"/>
          <p:cNvSpPr/>
          <p:nvPr/>
        </p:nvSpPr>
        <p:spPr>
          <a:xfrm rot="10648600">
            <a:off x="1318012" y="4664478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9"/>
          <p:cNvSpPr/>
          <p:nvPr/>
        </p:nvSpPr>
        <p:spPr>
          <a:xfrm>
            <a:off x="8564671" y="539373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9"/>
          <p:cNvSpPr/>
          <p:nvPr/>
        </p:nvSpPr>
        <p:spPr>
          <a:xfrm>
            <a:off x="8104848" y="179885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29"/>
          <p:cNvSpPr txBox="1">
            <a:spLocks noGrp="1"/>
          </p:cNvSpPr>
          <p:nvPr>
            <p:ph type="subTitle" idx="1"/>
          </p:nvPr>
        </p:nvSpPr>
        <p:spPr>
          <a:xfrm>
            <a:off x="109002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9"/>
          <p:cNvSpPr txBox="1">
            <a:spLocks noGrp="1"/>
          </p:cNvSpPr>
          <p:nvPr>
            <p:ph type="subTitle" idx="2"/>
          </p:nvPr>
        </p:nvSpPr>
        <p:spPr>
          <a:xfrm>
            <a:off x="3484347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9"/>
          <p:cNvSpPr txBox="1">
            <a:spLocks noGrp="1"/>
          </p:cNvSpPr>
          <p:nvPr>
            <p:ph type="subTitle" idx="3"/>
          </p:nvPr>
        </p:nvSpPr>
        <p:spPr>
          <a:xfrm>
            <a:off x="587867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29"/>
          <p:cNvSpPr txBox="1">
            <a:spLocks noGrp="1"/>
          </p:cNvSpPr>
          <p:nvPr>
            <p:ph type="subTitle" idx="4"/>
          </p:nvPr>
        </p:nvSpPr>
        <p:spPr>
          <a:xfrm>
            <a:off x="109002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7" name="Google Shape;767;p29"/>
          <p:cNvSpPr txBox="1">
            <a:spLocks noGrp="1"/>
          </p:cNvSpPr>
          <p:nvPr>
            <p:ph type="subTitle" idx="5"/>
          </p:nvPr>
        </p:nvSpPr>
        <p:spPr>
          <a:xfrm>
            <a:off x="3484347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9"/>
          <p:cNvSpPr txBox="1">
            <a:spLocks noGrp="1"/>
          </p:cNvSpPr>
          <p:nvPr>
            <p:ph type="subTitle" idx="6"/>
          </p:nvPr>
        </p:nvSpPr>
        <p:spPr>
          <a:xfrm>
            <a:off x="587867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69" name="Google Shape;769;p29"/>
          <p:cNvGrpSpPr/>
          <p:nvPr/>
        </p:nvGrpSpPr>
        <p:grpSpPr>
          <a:xfrm rot="-5400000" flipH="1">
            <a:off x="8022496" y="4081663"/>
            <a:ext cx="1271309" cy="1901918"/>
            <a:chOff x="3774225" y="-1654550"/>
            <a:chExt cx="636100" cy="951625"/>
          </a:xfrm>
        </p:grpSpPr>
        <p:sp>
          <p:nvSpPr>
            <p:cNvPr id="770" name="Google Shape;770;p29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29"/>
          <p:cNvGrpSpPr/>
          <p:nvPr/>
        </p:nvGrpSpPr>
        <p:grpSpPr>
          <a:xfrm flipH="1">
            <a:off x="-483677" y="3666416"/>
            <a:ext cx="1354671" cy="1901896"/>
            <a:chOff x="10082667" y="2725665"/>
            <a:chExt cx="1702062" cy="2389616"/>
          </a:xfrm>
        </p:grpSpPr>
        <p:sp>
          <p:nvSpPr>
            <p:cNvPr id="777" name="Google Shape;777;p29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2" name="Google Shape;78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0"/>
          <p:cNvSpPr/>
          <p:nvPr/>
        </p:nvSpPr>
        <p:spPr>
          <a:xfrm>
            <a:off x="-125525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0"/>
          <p:cNvSpPr/>
          <p:nvPr/>
        </p:nvSpPr>
        <p:spPr>
          <a:xfrm flipH="1">
            <a:off x="8915000" y="-381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6" name="Google Shape;786;p3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0"/>
          <p:cNvGrpSpPr/>
          <p:nvPr/>
        </p:nvGrpSpPr>
        <p:grpSpPr>
          <a:xfrm rot="-938347">
            <a:off x="8159470" y="3598766"/>
            <a:ext cx="1015290" cy="1810630"/>
            <a:chOff x="2843450" y="-1737000"/>
            <a:chExt cx="553375" cy="986750"/>
          </a:xfrm>
        </p:grpSpPr>
        <p:sp>
          <p:nvSpPr>
            <p:cNvPr id="788" name="Google Shape;788;p30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0" name="Google Shape;790;p30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791" name="Google Shape;791;p30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0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0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0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7" name="Google Shape;797;p30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1" name="Google Shape;801;p30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802" name="Google Shape;802;p30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0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0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" name="Google Shape;805;p30"/>
          <p:cNvGrpSpPr/>
          <p:nvPr/>
        </p:nvGrpSpPr>
        <p:grpSpPr>
          <a:xfrm>
            <a:off x="332481" y="4150567"/>
            <a:ext cx="779091" cy="707032"/>
            <a:chOff x="332481" y="4150567"/>
            <a:chExt cx="779091" cy="707032"/>
          </a:xfrm>
        </p:grpSpPr>
        <p:sp>
          <p:nvSpPr>
            <p:cNvPr id="806" name="Google Shape;806;p30"/>
            <p:cNvSpPr/>
            <p:nvPr/>
          </p:nvSpPr>
          <p:spPr>
            <a:xfrm>
              <a:off x="559435" y="4530760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332481" y="415056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945046" y="4637361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30"/>
          <p:cNvSpPr/>
          <p:nvPr/>
        </p:nvSpPr>
        <p:spPr>
          <a:xfrm>
            <a:off x="8583860" y="3088272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0"/>
          <p:cNvSpPr/>
          <p:nvPr/>
        </p:nvSpPr>
        <p:spPr>
          <a:xfrm>
            <a:off x="7767671" y="4688373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0"/>
          <p:cNvSpPr/>
          <p:nvPr/>
        </p:nvSpPr>
        <p:spPr>
          <a:xfrm>
            <a:off x="7168948" y="4688385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30"/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30"/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30"/>
          <p:cNvSpPr txBox="1">
            <a:spLocks noGrp="1"/>
          </p:cNvSpPr>
          <p:nvPr>
            <p:ph type="subTitle" idx="3"/>
          </p:nvPr>
        </p:nvSpPr>
        <p:spPr>
          <a:xfrm>
            <a:off x="2368810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30"/>
          <p:cNvSpPr txBox="1">
            <a:spLocks noGrp="1"/>
          </p:cNvSpPr>
          <p:nvPr>
            <p:ph type="subTitle" idx="4"/>
          </p:nvPr>
        </p:nvSpPr>
        <p:spPr>
          <a:xfrm>
            <a:off x="5357264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7" name="Google Shape;817;p30"/>
          <p:cNvSpPr txBox="1">
            <a:spLocks noGrp="1"/>
          </p:cNvSpPr>
          <p:nvPr>
            <p:ph type="subTitle" idx="5"/>
          </p:nvPr>
        </p:nvSpPr>
        <p:spPr>
          <a:xfrm>
            <a:off x="2368810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8" name="Google Shape;818;p30"/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9" name="Google Shape;819;p30"/>
          <p:cNvSpPr txBox="1">
            <a:spLocks noGrp="1"/>
          </p:cNvSpPr>
          <p:nvPr>
            <p:ph type="subTitle" idx="7"/>
          </p:nvPr>
        </p:nvSpPr>
        <p:spPr>
          <a:xfrm>
            <a:off x="2368810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0" name="Google Shape;820;p30"/>
          <p:cNvSpPr txBox="1">
            <a:spLocks noGrp="1"/>
          </p:cNvSpPr>
          <p:nvPr>
            <p:ph type="subTitle" idx="8"/>
          </p:nvPr>
        </p:nvSpPr>
        <p:spPr>
          <a:xfrm>
            <a:off x="5357262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Lobster"/>
                <a:ea typeface="Lobster"/>
                <a:cs typeface="Lobster"/>
                <a:sym typeface="Lobs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4"/>
          <p:cNvSpPr/>
          <p:nvPr/>
        </p:nvSpPr>
        <p:spPr>
          <a:xfrm rot="10800000">
            <a:off x="-119205" y="4885569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4"/>
          <p:cNvSpPr/>
          <p:nvPr/>
        </p:nvSpPr>
        <p:spPr>
          <a:xfrm>
            <a:off x="-76200" y="-529825"/>
            <a:ext cx="9377505" cy="890606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0" name="Google Shape;930;p3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529825"/>
            <a:ext cx="9377525" cy="62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34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2" name="Google Shape;932;p34"/>
          <p:cNvSpPr txBox="1">
            <a:spLocks noGrp="1"/>
          </p:cNvSpPr>
          <p:nvPr>
            <p:ph type="subTitle" idx="1"/>
          </p:nvPr>
        </p:nvSpPr>
        <p:spPr>
          <a:xfrm>
            <a:off x="2347900" y="1807355"/>
            <a:ext cx="4448100" cy="10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3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Baloo 2"/>
                <a:ea typeface="Baloo 2"/>
                <a:cs typeface="Baloo 2"/>
                <a:sym typeface="Baloo 2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 </a:t>
            </a:r>
            <a:endParaRPr sz="1200" b="1" u="sng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934" name="Google Shape;934;p34"/>
          <p:cNvGrpSpPr/>
          <p:nvPr/>
        </p:nvGrpSpPr>
        <p:grpSpPr>
          <a:xfrm rot="-5013124" flipH="1">
            <a:off x="7348006" y="4084457"/>
            <a:ext cx="1086974" cy="1626146"/>
            <a:chOff x="3774225" y="-1654550"/>
            <a:chExt cx="636100" cy="951625"/>
          </a:xfrm>
        </p:grpSpPr>
        <p:sp>
          <p:nvSpPr>
            <p:cNvPr id="935" name="Google Shape;935;p34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" name="Google Shape;941;p34"/>
          <p:cNvGrpSpPr/>
          <p:nvPr/>
        </p:nvGrpSpPr>
        <p:grpSpPr>
          <a:xfrm rot="-475282">
            <a:off x="8550678" y="1901265"/>
            <a:ext cx="1127154" cy="2010102"/>
            <a:chOff x="-195669" y="1952562"/>
            <a:chExt cx="1015277" cy="1810588"/>
          </a:xfrm>
        </p:grpSpPr>
        <p:sp>
          <p:nvSpPr>
            <p:cNvPr id="942" name="Google Shape;942;p34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4" name="Google Shape;944;p34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945" name="Google Shape;945;p34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4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4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1" name="Google Shape;951;p34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5" name="Google Shape;955;p34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956" name="Google Shape;956;p34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4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9" name="Google Shape;959;p34"/>
          <p:cNvGrpSpPr/>
          <p:nvPr/>
        </p:nvGrpSpPr>
        <p:grpSpPr>
          <a:xfrm>
            <a:off x="-203243" y="3979459"/>
            <a:ext cx="1431774" cy="2010145"/>
            <a:chOff x="7344817" y="2577565"/>
            <a:chExt cx="1702062" cy="2389616"/>
          </a:xfrm>
        </p:grpSpPr>
        <p:sp>
          <p:nvSpPr>
            <p:cNvPr id="960" name="Google Shape;960;p34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4"/>
          <p:cNvGrpSpPr/>
          <p:nvPr/>
        </p:nvGrpSpPr>
        <p:grpSpPr>
          <a:xfrm rot="910745">
            <a:off x="-545551" y="877844"/>
            <a:ext cx="1127195" cy="2010175"/>
            <a:chOff x="-195669" y="1952562"/>
            <a:chExt cx="1015277" cy="1810588"/>
          </a:xfrm>
        </p:grpSpPr>
        <p:sp>
          <p:nvSpPr>
            <p:cNvPr id="966" name="Google Shape;966;p34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8" name="Google Shape;968;p34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969" name="Google Shape;969;p34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4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4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4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4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5" name="Google Shape;975;p34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9" name="Google Shape;979;p34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980" name="Google Shape;980;p34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4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4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5"/>
          <p:cNvSpPr/>
          <p:nvPr/>
        </p:nvSpPr>
        <p:spPr>
          <a:xfrm flipH="1">
            <a:off x="8915000" y="-38212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5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6" name="Google Shape;986;p3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7" name="Google Shape;987;p35"/>
          <p:cNvGrpSpPr/>
          <p:nvPr/>
        </p:nvGrpSpPr>
        <p:grpSpPr>
          <a:xfrm>
            <a:off x="412798" y="4188447"/>
            <a:ext cx="626349" cy="698971"/>
            <a:chOff x="8033473" y="4295585"/>
            <a:chExt cx="626349" cy="698971"/>
          </a:xfrm>
        </p:grpSpPr>
        <p:sp>
          <p:nvSpPr>
            <p:cNvPr id="988" name="Google Shape;988;p35"/>
            <p:cNvSpPr/>
            <p:nvPr/>
          </p:nvSpPr>
          <p:spPr>
            <a:xfrm>
              <a:off x="8493296" y="46550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8033473" y="429558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8033481" y="477431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1" name="Google Shape;991;p35"/>
          <p:cNvGrpSpPr/>
          <p:nvPr/>
        </p:nvGrpSpPr>
        <p:grpSpPr>
          <a:xfrm>
            <a:off x="8104848" y="370385"/>
            <a:ext cx="626349" cy="698971"/>
            <a:chOff x="8033473" y="4295585"/>
            <a:chExt cx="626349" cy="698971"/>
          </a:xfrm>
        </p:grpSpPr>
        <p:sp>
          <p:nvSpPr>
            <p:cNvPr id="992" name="Google Shape;992;p35"/>
            <p:cNvSpPr/>
            <p:nvPr/>
          </p:nvSpPr>
          <p:spPr>
            <a:xfrm>
              <a:off x="8493296" y="46550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8033473" y="429558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8033481" y="477431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35"/>
          <p:cNvGrpSpPr/>
          <p:nvPr/>
        </p:nvGrpSpPr>
        <p:grpSpPr>
          <a:xfrm>
            <a:off x="7914848" y="3917404"/>
            <a:ext cx="1354671" cy="1901896"/>
            <a:chOff x="10082667" y="2725665"/>
            <a:chExt cx="1702062" cy="2389616"/>
          </a:xfrm>
        </p:grpSpPr>
        <p:sp>
          <p:nvSpPr>
            <p:cNvPr id="996" name="Google Shape;996;p35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6"/>
          <p:cNvSpPr/>
          <p:nvPr/>
        </p:nvSpPr>
        <p:spPr>
          <a:xfrm>
            <a:off x="-125525" y="-38200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36"/>
          <p:cNvSpPr/>
          <p:nvPr/>
        </p:nvSpPr>
        <p:spPr>
          <a:xfrm flipH="1">
            <a:off x="8915000" y="-114387"/>
            <a:ext cx="354525" cy="5219877"/>
          </a:xfrm>
          <a:custGeom>
            <a:avLst/>
            <a:gdLst/>
            <a:ahLst/>
            <a:cxnLst/>
            <a:rect l="l" t="t" r="r" b="b"/>
            <a:pathLst>
              <a:path w="14181" h="163402" extrusionOk="0">
                <a:moveTo>
                  <a:pt x="1" y="1"/>
                </a:moveTo>
                <a:lnTo>
                  <a:pt x="1" y="163223"/>
                </a:lnTo>
                <a:lnTo>
                  <a:pt x="1" y="163402"/>
                </a:lnTo>
                <a:lnTo>
                  <a:pt x="13931" y="163402"/>
                </a:lnTo>
                <a:cubicBezTo>
                  <a:pt x="13538" y="162461"/>
                  <a:pt x="12847" y="162033"/>
                  <a:pt x="12847" y="160449"/>
                </a:cubicBezTo>
                <a:cubicBezTo>
                  <a:pt x="12847" y="158258"/>
                  <a:pt x="14181" y="158258"/>
                  <a:pt x="14181" y="156091"/>
                </a:cubicBezTo>
                <a:cubicBezTo>
                  <a:pt x="14181" y="153901"/>
                  <a:pt x="12847" y="153901"/>
                  <a:pt x="12847" y="151734"/>
                </a:cubicBezTo>
                <a:cubicBezTo>
                  <a:pt x="12847" y="149543"/>
                  <a:pt x="14181" y="149555"/>
                  <a:pt x="14181" y="147364"/>
                </a:cubicBezTo>
                <a:cubicBezTo>
                  <a:pt x="14181" y="145185"/>
                  <a:pt x="12847" y="145185"/>
                  <a:pt x="12847" y="143006"/>
                </a:cubicBezTo>
                <a:cubicBezTo>
                  <a:pt x="12847" y="140816"/>
                  <a:pt x="14181" y="140816"/>
                  <a:pt x="14181" y="138649"/>
                </a:cubicBezTo>
                <a:cubicBezTo>
                  <a:pt x="14181" y="136458"/>
                  <a:pt x="12847" y="136458"/>
                  <a:pt x="12847" y="134291"/>
                </a:cubicBezTo>
                <a:cubicBezTo>
                  <a:pt x="12847" y="132100"/>
                  <a:pt x="14181" y="132100"/>
                  <a:pt x="14181" y="129922"/>
                </a:cubicBezTo>
                <a:cubicBezTo>
                  <a:pt x="14181" y="127743"/>
                  <a:pt x="12847" y="127743"/>
                  <a:pt x="12847" y="125564"/>
                </a:cubicBezTo>
                <a:cubicBezTo>
                  <a:pt x="12847" y="123373"/>
                  <a:pt x="14181" y="123373"/>
                  <a:pt x="14181" y="121206"/>
                </a:cubicBezTo>
                <a:cubicBezTo>
                  <a:pt x="14181" y="119015"/>
                  <a:pt x="12847" y="119027"/>
                  <a:pt x="12847" y="116848"/>
                </a:cubicBezTo>
                <a:cubicBezTo>
                  <a:pt x="12847" y="114658"/>
                  <a:pt x="14181" y="114658"/>
                  <a:pt x="14181" y="112479"/>
                </a:cubicBezTo>
                <a:cubicBezTo>
                  <a:pt x="14181" y="110300"/>
                  <a:pt x="12847" y="110312"/>
                  <a:pt x="12847" y="108121"/>
                </a:cubicBezTo>
                <a:cubicBezTo>
                  <a:pt x="12847" y="105930"/>
                  <a:pt x="14181" y="105930"/>
                  <a:pt x="14181" y="103764"/>
                </a:cubicBezTo>
                <a:cubicBezTo>
                  <a:pt x="14181" y="101573"/>
                  <a:pt x="12847" y="101573"/>
                  <a:pt x="12847" y="99406"/>
                </a:cubicBezTo>
                <a:cubicBezTo>
                  <a:pt x="12847" y="97215"/>
                  <a:pt x="14181" y="97227"/>
                  <a:pt x="14181" y="95048"/>
                </a:cubicBezTo>
                <a:cubicBezTo>
                  <a:pt x="14181" y="92857"/>
                  <a:pt x="12847" y="92857"/>
                  <a:pt x="12847" y="90679"/>
                </a:cubicBezTo>
                <a:cubicBezTo>
                  <a:pt x="12847" y="88500"/>
                  <a:pt x="14181" y="88500"/>
                  <a:pt x="14181" y="86321"/>
                </a:cubicBezTo>
                <a:cubicBezTo>
                  <a:pt x="14181" y="84130"/>
                  <a:pt x="12847" y="84130"/>
                  <a:pt x="12847" y="81963"/>
                </a:cubicBezTo>
                <a:cubicBezTo>
                  <a:pt x="12847" y="79772"/>
                  <a:pt x="14181" y="79784"/>
                  <a:pt x="14181" y="77606"/>
                </a:cubicBezTo>
                <a:cubicBezTo>
                  <a:pt x="14181" y="75415"/>
                  <a:pt x="12847" y="75415"/>
                  <a:pt x="12847" y="73236"/>
                </a:cubicBezTo>
                <a:cubicBezTo>
                  <a:pt x="12847" y="71057"/>
                  <a:pt x="14181" y="71057"/>
                  <a:pt x="14181" y="68878"/>
                </a:cubicBezTo>
                <a:cubicBezTo>
                  <a:pt x="14181" y="66688"/>
                  <a:pt x="12847" y="66688"/>
                  <a:pt x="12847" y="64521"/>
                </a:cubicBezTo>
                <a:cubicBezTo>
                  <a:pt x="12847" y="62330"/>
                  <a:pt x="14181" y="62330"/>
                  <a:pt x="14181" y="60163"/>
                </a:cubicBezTo>
                <a:cubicBezTo>
                  <a:pt x="14181" y="57972"/>
                  <a:pt x="12847" y="57972"/>
                  <a:pt x="12847" y="55793"/>
                </a:cubicBezTo>
                <a:cubicBezTo>
                  <a:pt x="12847" y="53615"/>
                  <a:pt x="14181" y="53615"/>
                  <a:pt x="14181" y="51436"/>
                </a:cubicBezTo>
                <a:cubicBezTo>
                  <a:pt x="14181" y="49245"/>
                  <a:pt x="12847" y="49269"/>
                  <a:pt x="12847" y="47078"/>
                </a:cubicBezTo>
                <a:cubicBezTo>
                  <a:pt x="12847" y="44887"/>
                  <a:pt x="14181" y="44887"/>
                  <a:pt x="14181" y="42720"/>
                </a:cubicBezTo>
                <a:cubicBezTo>
                  <a:pt x="14181" y="40530"/>
                  <a:pt x="12847" y="40530"/>
                  <a:pt x="12847" y="38351"/>
                </a:cubicBezTo>
                <a:cubicBezTo>
                  <a:pt x="12847" y="36172"/>
                  <a:pt x="14181" y="36172"/>
                  <a:pt x="14181" y="33993"/>
                </a:cubicBezTo>
                <a:cubicBezTo>
                  <a:pt x="14181" y="31802"/>
                  <a:pt x="12847" y="31802"/>
                  <a:pt x="12847" y="29635"/>
                </a:cubicBezTo>
                <a:cubicBezTo>
                  <a:pt x="12847" y="27445"/>
                  <a:pt x="14181" y="27457"/>
                  <a:pt x="14181" y="25278"/>
                </a:cubicBezTo>
                <a:cubicBezTo>
                  <a:pt x="14181" y="23087"/>
                  <a:pt x="12847" y="23099"/>
                  <a:pt x="12847" y="20908"/>
                </a:cubicBezTo>
                <a:cubicBezTo>
                  <a:pt x="12847" y="18729"/>
                  <a:pt x="14181" y="18729"/>
                  <a:pt x="14181" y="16550"/>
                </a:cubicBezTo>
                <a:cubicBezTo>
                  <a:pt x="14181" y="14360"/>
                  <a:pt x="12847" y="14360"/>
                  <a:pt x="12847" y="12193"/>
                </a:cubicBezTo>
                <a:cubicBezTo>
                  <a:pt x="12847" y="10002"/>
                  <a:pt x="14181" y="10002"/>
                  <a:pt x="14181" y="7847"/>
                </a:cubicBezTo>
                <a:cubicBezTo>
                  <a:pt x="14181" y="5656"/>
                  <a:pt x="12847" y="5656"/>
                  <a:pt x="12847" y="3489"/>
                </a:cubicBezTo>
                <a:cubicBezTo>
                  <a:pt x="12847" y="1644"/>
                  <a:pt x="13800" y="1358"/>
                  <a:pt x="140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4" name="Google Shape;1004;p3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950" y="-110125"/>
            <a:ext cx="9377525" cy="54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5" name="Google Shape;1005;p36"/>
          <p:cNvGrpSpPr/>
          <p:nvPr/>
        </p:nvGrpSpPr>
        <p:grpSpPr>
          <a:xfrm>
            <a:off x="412798" y="283197"/>
            <a:ext cx="626349" cy="698971"/>
            <a:chOff x="412798" y="283197"/>
            <a:chExt cx="626349" cy="698971"/>
          </a:xfrm>
        </p:grpSpPr>
        <p:sp>
          <p:nvSpPr>
            <p:cNvPr id="1006" name="Google Shape;1006;p36"/>
            <p:cNvSpPr/>
            <p:nvPr/>
          </p:nvSpPr>
          <p:spPr>
            <a:xfrm>
              <a:off x="872621" y="642686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412798" y="283197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412806" y="761930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6"/>
          <p:cNvGrpSpPr/>
          <p:nvPr/>
        </p:nvGrpSpPr>
        <p:grpSpPr>
          <a:xfrm>
            <a:off x="8104848" y="103685"/>
            <a:ext cx="626349" cy="698971"/>
            <a:chOff x="8104848" y="103685"/>
            <a:chExt cx="626349" cy="698971"/>
          </a:xfrm>
        </p:grpSpPr>
        <p:sp>
          <p:nvSpPr>
            <p:cNvPr id="1010" name="Google Shape;1010;p36"/>
            <p:cNvSpPr/>
            <p:nvPr/>
          </p:nvSpPr>
          <p:spPr>
            <a:xfrm>
              <a:off x="8564671" y="463173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8104848" y="103685"/>
              <a:ext cx="166534" cy="166749"/>
            </a:xfrm>
            <a:custGeom>
              <a:avLst/>
              <a:gdLst/>
              <a:ahLst/>
              <a:cxnLst/>
              <a:rect l="l" t="t" r="r" b="b"/>
              <a:pathLst>
                <a:path w="8514" h="8525" extrusionOk="0">
                  <a:moveTo>
                    <a:pt x="4251" y="1631"/>
                  </a:moveTo>
                  <a:cubicBezTo>
                    <a:pt x="5704" y="1631"/>
                    <a:pt x="6894" y="2810"/>
                    <a:pt x="6894" y="4263"/>
                  </a:cubicBezTo>
                  <a:cubicBezTo>
                    <a:pt x="6894" y="5703"/>
                    <a:pt x="5704" y="6894"/>
                    <a:pt x="4251" y="6894"/>
                  </a:cubicBezTo>
                  <a:cubicBezTo>
                    <a:pt x="2810" y="6894"/>
                    <a:pt x="1620" y="5727"/>
                    <a:pt x="1620" y="4263"/>
                  </a:cubicBezTo>
                  <a:cubicBezTo>
                    <a:pt x="1620" y="2822"/>
                    <a:pt x="2799" y="1631"/>
                    <a:pt x="4251" y="1631"/>
                  </a:cubicBezTo>
                  <a:close/>
                  <a:moveTo>
                    <a:pt x="4251" y="0"/>
                  </a:moveTo>
                  <a:cubicBezTo>
                    <a:pt x="1906" y="0"/>
                    <a:pt x="1" y="1917"/>
                    <a:pt x="1" y="4263"/>
                  </a:cubicBezTo>
                  <a:cubicBezTo>
                    <a:pt x="1" y="6620"/>
                    <a:pt x="1906" y="8525"/>
                    <a:pt x="4251" y="8525"/>
                  </a:cubicBezTo>
                  <a:cubicBezTo>
                    <a:pt x="6597" y="8525"/>
                    <a:pt x="8514" y="6620"/>
                    <a:pt x="8514" y="4263"/>
                  </a:cubicBezTo>
                  <a:cubicBezTo>
                    <a:pt x="8514" y="1917"/>
                    <a:pt x="6609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8104856" y="582417"/>
              <a:ext cx="166526" cy="220239"/>
            </a:xfrm>
            <a:custGeom>
              <a:avLst/>
              <a:gdLst/>
              <a:ahLst/>
              <a:cxnLst/>
              <a:rect l="l" t="t" r="r" b="b"/>
              <a:pathLst>
                <a:path w="12919" h="17086" extrusionOk="0">
                  <a:moveTo>
                    <a:pt x="6465" y="0"/>
                  </a:moveTo>
                  <a:cubicBezTo>
                    <a:pt x="6013" y="0"/>
                    <a:pt x="5656" y="358"/>
                    <a:pt x="5656" y="798"/>
                  </a:cubicBezTo>
                  <a:lnTo>
                    <a:pt x="5656" y="6906"/>
                  </a:lnTo>
                  <a:lnTo>
                    <a:pt x="1405" y="3596"/>
                  </a:lnTo>
                  <a:cubicBezTo>
                    <a:pt x="1257" y="3488"/>
                    <a:pt x="1083" y="3434"/>
                    <a:pt x="911" y="3434"/>
                  </a:cubicBezTo>
                  <a:cubicBezTo>
                    <a:pt x="667" y="3434"/>
                    <a:pt x="427" y="3541"/>
                    <a:pt x="274" y="3751"/>
                  </a:cubicBezTo>
                  <a:cubicBezTo>
                    <a:pt x="0" y="4108"/>
                    <a:pt x="60" y="4608"/>
                    <a:pt x="417" y="4882"/>
                  </a:cubicBezTo>
                  <a:lnTo>
                    <a:pt x="5155" y="8549"/>
                  </a:lnTo>
                  <a:lnTo>
                    <a:pt x="417" y="12204"/>
                  </a:lnTo>
                  <a:cubicBezTo>
                    <a:pt x="60" y="12478"/>
                    <a:pt x="0" y="12990"/>
                    <a:pt x="274" y="13335"/>
                  </a:cubicBezTo>
                  <a:cubicBezTo>
                    <a:pt x="429" y="13550"/>
                    <a:pt x="667" y="13645"/>
                    <a:pt x="905" y="13645"/>
                  </a:cubicBezTo>
                  <a:cubicBezTo>
                    <a:pt x="1084" y="13645"/>
                    <a:pt x="1250" y="13585"/>
                    <a:pt x="1405" y="13490"/>
                  </a:cubicBezTo>
                  <a:lnTo>
                    <a:pt x="5656" y="10180"/>
                  </a:lnTo>
                  <a:lnTo>
                    <a:pt x="5656" y="16288"/>
                  </a:lnTo>
                  <a:cubicBezTo>
                    <a:pt x="5656" y="16729"/>
                    <a:pt x="6013" y="17086"/>
                    <a:pt x="6465" y="17086"/>
                  </a:cubicBezTo>
                  <a:cubicBezTo>
                    <a:pt x="6906" y="17086"/>
                    <a:pt x="7263" y="16729"/>
                    <a:pt x="7263" y="16288"/>
                  </a:cubicBezTo>
                  <a:lnTo>
                    <a:pt x="7263" y="10180"/>
                  </a:lnTo>
                  <a:lnTo>
                    <a:pt x="11525" y="13490"/>
                  </a:lnTo>
                  <a:cubicBezTo>
                    <a:pt x="11668" y="13609"/>
                    <a:pt x="11847" y="13645"/>
                    <a:pt x="12013" y="13645"/>
                  </a:cubicBezTo>
                  <a:cubicBezTo>
                    <a:pt x="12252" y="13645"/>
                    <a:pt x="12490" y="13550"/>
                    <a:pt x="12656" y="13335"/>
                  </a:cubicBezTo>
                  <a:cubicBezTo>
                    <a:pt x="12918" y="12978"/>
                    <a:pt x="12847" y="12478"/>
                    <a:pt x="12502" y="12204"/>
                  </a:cubicBezTo>
                  <a:lnTo>
                    <a:pt x="7775" y="8549"/>
                  </a:lnTo>
                  <a:lnTo>
                    <a:pt x="12502" y="4882"/>
                  </a:lnTo>
                  <a:cubicBezTo>
                    <a:pt x="12859" y="4608"/>
                    <a:pt x="12918" y="4096"/>
                    <a:pt x="12656" y="3751"/>
                  </a:cubicBezTo>
                  <a:cubicBezTo>
                    <a:pt x="12496" y="3541"/>
                    <a:pt x="12249" y="3434"/>
                    <a:pt x="12006" y="3434"/>
                  </a:cubicBezTo>
                  <a:cubicBezTo>
                    <a:pt x="11834" y="3434"/>
                    <a:pt x="11663" y="3488"/>
                    <a:pt x="11525" y="3596"/>
                  </a:cubicBezTo>
                  <a:lnTo>
                    <a:pt x="7263" y="6906"/>
                  </a:lnTo>
                  <a:lnTo>
                    <a:pt x="7263" y="798"/>
                  </a:lnTo>
                  <a:cubicBezTo>
                    <a:pt x="7263" y="358"/>
                    <a:pt x="6906" y="0"/>
                    <a:pt x="6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36"/>
          <p:cNvGrpSpPr/>
          <p:nvPr/>
        </p:nvGrpSpPr>
        <p:grpSpPr>
          <a:xfrm rot="858034">
            <a:off x="8584602" y="3708799"/>
            <a:ext cx="1015306" cy="1810634"/>
            <a:chOff x="2843450" y="-1737000"/>
            <a:chExt cx="553375" cy="986750"/>
          </a:xfrm>
        </p:grpSpPr>
        <p:sp>
          <p:nvSpPr>
            <p:cNvPr id="1014" name="Google Shape;1014;p36"/>
            <p:cNvSpPr/>
            <p:nvPr/>
          </p:nvSpPr>
          <p:spPr>
            <a:xfrm>
              <a:off x="2843450" y="-1737000"/>
              <a:ext cx="553375" cy="986750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2911300" y="-1408975"/>
              <a:ext cx="410500" cy="610250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36"/>
            <p:cNvGrpSpPr/>
            <p:nvPr/>
          </p:nvGrpSpPr>
          <p:grpSpPr>
            <a:xfrm>
              <a:off x="2911300" y="-1408675"/>
              <a:ext cx="406325" cy="610250"/>
              <a:chOff x="2911300" y="-1408675"/>
              <a:chExt cx="406325" cy="610250"/>
            </a:xfrm>
          </p:grpSpPr>
          <p:sp>
            <p:nvSpPr>
              <p:cNvPr id="1017" name="Google Shape;1017;p36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6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6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6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6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6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3" name="Google Shape;1023;p36"/>
            <p:cNvSpPr/>
            <p:nvPr/>
          </p:nvSpPr>
          <p:spPr>
            <a:xfrm>
              <a:off x="2890775" y="-1473225"/>
              <a:ext cx="455425" cy="13210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2892850" y="-1459875"/>
              <a:ext cx="453650" cy="69375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2893450" y="-1509350"/>
              <a:ext cx="455750" cy="132175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3094975" y="-1688175"/>
              <a:ext cx="59550" cy="2447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7" name="Google Shape;1027;p36"/>
            <p:cNvGrpSpPr/>
            <p:nvPr/>
          </p:nvGrpSpPr>
          <p:grpSpPr>
            <a:xfrm>
              <a:off x="3095550" y="-1688475"/>
              <a:ext cx="59575" cy="244700"/>
              <a:chOff x="3095550" y="-1688475"/>
              <a:chExt cx="59575" cy="244700"/>
            </a:xfrm>
          </p:grpSpPr>
          <p:sp>
            <p:nvSpPr>
              <p:cNvPr id="1028" name="Google Shape;1028;p36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6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6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36"/>
          <p:cNvGrpSpPr/>
          <p:nvPr/>
        </p:nvGrpSpPr>
        <p:grpSpPr>
          <a:xfrm flipH="1">
            <a:off x="-315527" y="3962529"/>
            <a:ext cx="1354671" cy="1901896"/>
            <a:chOff x="10082667" y="2725665"/>
            <a:chExt cx="1702062" cy="2389616"/>
          </a:xfrm>
        </p:grpSpPr>
        <p:sp>
          <p:nvSpPr>
            <p:cNvPr id="1032" name="Google Shape;1032;p36"/>
            <p:cNvSpPr/>
            <p:nvPr/>
          </p:nvSpPr>
          <p:spPr>
            <a:xfrm>
              <a:off x="10082667" y="27256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10199368" y="31918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10364331" y="28366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10224226" y="31910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10323280" y="35540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5975" y="445025"/>
            <a:ext cx="769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obster"/>
              <a:buNone/>
              <a:defRPr sz="3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5975" y="1152475"/>
            <a:ext cx="769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6" r:id="rId4"/>
    <p:sldLayoutId id="2147483657" r:id="rId5"/>
    <p:sldLayoutId id="2147483658" r:id="rId6"/>
    <p:sldLayoutId id="2147483659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4" r:id="rId16"/>
    <p:sldLayoutId id="2147483675" r:id="rId17"/>
    <p:sldLayoutId id="2147483676" r:id="rId18"/>
    <p:sldLayoutId id="2147483680" r:id="rId19"/>
    <p:sldLayoutId id="2147483681" r:id="rId20"/>
    <p:sldLayoutId id="2147483682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flat-design-cinema-festival-facebook-cover_34155716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freepik.com/free-vector/flat-design-cinema-festival-facebook-cover_34300700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flat-design-cinema-festival-instagram-posts_34155734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hand-drawn-cinema-festival-instagram-posts_34632553.htm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0"/>
          <p:cNvSpPr txBox="1">
            <a:spLocks noGrp="1"/>
          </p:cNvSpPr>
          <p:nvPr>
            <p:ph type="ctrTitle"/>
          </p:nvPr>
        </p:nvSpPr>
        <p:spPr>
          <a:xfrm>
            <a:off x="1009975" y="1241950"/>
            <a:ext cx="7124100" cy="18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200" dirty="0"/>
              <a:t>Cinema-Scale </a:t>
            </a:r>
            <a:r>
              <a:rPr lang="en-IN" sz="4700" dirty="0"/>
              <a:t>M</a:t>
            </a:r>
            <a:r>
              <a:rPr lang="en" sz="4700" dirty="0"/>
              <a:t>ovie Recom. System</a:t>
            </a:r>
            <a:endParaRPr sz="4700" dirty="0"/>
          </a:p>
        </p:txBody>
      </p:sp>
      <p:sp>
        <p:nvSpPr>
          <p:cNvPr id="1048" name="Google Shape;1048;p40"/>
          <p:cNvSpPr txBox="1">
            <a:spLocks noGrp="1"/>
          </p:cNvSpPr>
          <p:nvPr>
            <p:ph type="subTitle" idx="1"/>
          </p:nvPr>
        </p:nvSpPr>
        <p:spPr>
          <a:xfrm>
            <a:off x="2381400" y="3105100"/>
            <a:ext cx="4381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Final Group Project</a:t>
            </a:r>
            <a:endParaRPr dirty="0"/>
          </a:p>
        </p:txBody>
      </p:sp>
      <p:sp>
        <p:nvSpPr>
          <p:cNvPr id="1049" name="Google Shape;1049;p40"/>
          <p:cNvSpPr/>
          <p:nvPr/>
        </p:nvSpPr>
        <p:spPr>
          <a:xfrm>
            <a:off x="8311588" y="15861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40"/>
          <p:cNvGrpSpPr/>
          <p:nvPr/>
        </p:nvGrpSpPr>
        <p:grpSpPr>
          <a:xfrm rot="5400000">
            <a:off x="1383571" y="3853063"/>
            <a:ext cx="1271309" cy="1901918"/>
            <a:chOff x="3774225" y="-1654550"/>
            <a:chExt cx="636100" cy="951625"/>
          </a:xfrm>
        </p:grpSpPr>
        <p:sp>
          <p:nvSpPr>
            <p:cNvPr id="1051" name="Google Shape;1051;p40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0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0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0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7" name="Google Shape;1057;p40"/>
          <p:cNvSpPr/>
          <p:nvPr/>
        </p:nvSpPr>
        <p:spPr>
          <a:xfrm>
            <a:off x="1458975" y="3396838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8" name="Google Shape;1058;p40"/>
          <p:cNvGrpSpPr/>
          <p:nvPr/>
        </p:nvGrpSpPr>
        <p:grpSpPr>
          <a:xfrm>
            <a:off x="7480082" y="3081348"/>
            <a:ext cx="1626150" cy="2283039"/>
            <a:chOff x="7344817" y="2577565"/>
            <a:chExt cx="1702062" cy="2389616"/>
          </a:xfrm>
        </p:grpSpPr>
        <p:sp>
          <p:nvSpPr>
            <p:cNvPr id="1059" name="Google Shape;1059;p40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4" name="Google Shape;1064;p40"/>
          <p:cNvSpPr/>
          <p:nvPr/>
        </p:nvSpPr>
        <p:spPr>
          <a:xfrm>
            <a:off x="1068263" y="30036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40"/>
          <p:cNvSpPr/>
          <p:nvPr/>
        </p:nvSpPr>
        <p:spPr>
          <a:xfrm>
            <a:off x="7747053" y="1136966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40"/>
          <p:cNvSpPr/>
          <p:nvPr/>
        </p:nvSpPr>
        <p:spPr>
          <a:xfrm>
            <a:off x="8353228" y="243595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40"/>
          <p:cNvSpPr/>
          <p:nvPr/>
        </p:nvSpPr>
        <p:spPr>
          <a:xfrm>
            <a:off x="619538" y="395523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" grpId="0"/>
      <p:bldP spid="1048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A8E08E50-930C-E455-3465-5306B2EB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40899272-5581-E7C0-9FF2-8AFAB9A72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006DD301-1763-0797-5209-3118C6E4D0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BDEC967F-3E7E-B464-A0C2-C3023D65CF8D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7B7F9265-BBD2-3177-33E9-9D5C46CBE208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753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" grpId="0" build="p"/>
      <p:bldP spid="1089" grpId="0"/>
      <p:bldP spid="10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A86941A3-5A58-7EF4-12D9-43F6E0E9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BA636040-1E46-B3AA-2FA0-8C63B5B17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42391BD5-6C10-8EA5-1D85-C199213449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5" name="Google Shape;1085;p42">
            <a:extLst>
              <a:ext uri="{FF2B5EF4-FFF2-40B4-BE49-F238E27FC236}">
                <a16:creationId xmlns:a16="http://schemas.microsoft.com/office/drawing/2014/main" id="{5B301131-1B75-E353-2A83-FD8F565420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Structure and seeding</a:t>
            </a:r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C110F78A-F4FC-B0F7-A2B1-ECCF993CB4E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1" name="Google Shape;1091;p42">
            <a:extLst>
              <a:ext uri="{FF2B5EF4-FFF2-40B4-BE49-F238E27FC236}">
                <a16:creationId xmlns:a16="http://schemas.microsoft.com/office/drawing/2014/main" id="{1FDEB7FB-3A1F-D298-95E8-000E5CF16E46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55B46A55-9C0F-E018-EC89-24ADF72A0DF2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sp>
        <p:nvSpPr>
          <p:cNvPr id="1096" name="Google Shape;1096;p42">
            <a:extLst>
              <a:ext uri="{FF2B5EF4-FFF2-40B4-BE49-F238E27FC236}">
                <a16:creationId xmlns:a16="http://schemas.microsoft.com/office/drawing/2014/main" id="{030864BD-6750-C92D-F305-D75112163D23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dirty="0"/>
              <a:t>Database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555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" grpId="0" build="p"/>
      <p:bldP spid="1091" grpId="0"/>
      <p:bldP spid="109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4D44AA50-9D17-A5D6-758F-22D0F66C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16D03227-CFC4-D7CD-EA3B-639CE7388E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A3A33B8F-8C8A-3A3F-869C-D24F0D881D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5" name="Google Shape;1085;p42">
            <a:extLst>
              <a:ext uri="{FF2B5EF4-FFF2-40B4-BE49-F238E27FC236}">
                <a16:creationId xmlns:a16="http://schemas.microsoft.com/office/drawing/2014/main" id="{06BF9473-D348-4C39-B0AD-4F0D9A6BB56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Structure and seeding</a:t>
            </a:r>
          </a:p>
        </p:txBody>
      </p:sp>
      <p:sp>
        <p:nvSpPr>
          <p:cNvPr id="1087" name="Google Shape;1087;p42">
            <a:extLst>
              <a:ext uri="{FF2B5EF4-FFF2-40B4-BE49-F238E27FC236}">
                <a16:creationId xmlns:a16="http://schemas.microsoft.com/office/drawing/2014/main" id="{800241E2-7D25-62F4-713C-1A4A591B25D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talk about roles implemented</a:t>
            </a:r>
            <a:endParaRPr dirty="0"/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AAB98F1B-1587-A2ED-4CFF-B2FFC2B3D66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1" name="Google Shape;1091;p42">
            <a:extLst>
              <a:ext uri="{FF2B5EF4-FFF2-40B4-BE49-F238E27FC236}">
                <a16:creationId xmlns:a16="http://schemas.microsoft.com/office/drawing/2014/main" id="{1A4F4427-C545-0856-9814-9A33E43C3831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3" name="Google Shape;1093;p42">
            <a:extLst>
              <a:ext uri="{FF2B5EF4-FFF2-40B4-BE49-F238E27FC236}">
                <a16:creationId xmlns:a16="http://schemas.microsoft.com/office/drawing/2014/main" id="{799FF52A-D483-DB68-5A29-C2FAE02B03A3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BDBD45AD-0D71-DE14-61FE-5D0D2BC58FEE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sp>
        <p:nvSpPr>
          <p:cNvPr id="1096" name="Google Shape;1096;p42">
            <a:extLst>
              <a:ext uri="{FF2B5EF4-FFF2-40B4-BE49-F238E27FC236}">
                <a16:creationId xmlns:a16="http://schemas.microsoft.com/office/drawing/2014/main" id="{6E43F14A-047F-973D-58AF-891D95B724AD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dirty="0"/>
              <a:t>Database</a:t>
            </a:r>
            <a:endParaRPr dirty="0"/>
          </a:p>
        </p:txBody>
      </p:sp>
      <p:sp>
        <p:nvSpPr>
          <p:cNvPr id="1099" name="Google Shape;1099;p42">
            <a:extLst>
              <a:ext uri="{FF2B5EF4-FFF2-40B4-BE49-F238E27FC236}">
                <a16:creationId xmlns:a16="http://schemas.microsoft.com/office/drawing/2014/main" id="{CC1F6D1C-344C-B3E9-83FD-08ECEDB46162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Auth and admin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67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" grpId="0" build="p"/>
      <p:bldP spid="1093" grpId="0"/>
      <p:bldP spid="10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296CD639-E1ED-3BC1-16DF-02A4D6EC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48938B23-2B78-DCBA-81FC-F229E24E2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3" name="Google Shape;1083;p42">
            <a:extLst>
              <a:ext uri="{FF2B5EF4-FFF2-40B4-BE49-F238E27FC236}">
                <a16:creationId xmlns:a16="http://schemas.microsoft.com/office/drawing/2014/main" id="{28072CC5-6B8C-1AE7-2E3A-458F9FA98AF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project architecture and structure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5516A195-C3C4-7345-4542-E23469D45E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5" name="Google Shape;1085;p42">
            <a:extLst>
              <a:ext uri="{FF2B5EF4-FFF2-40B4-BE49-F238E27FC236}">
                <a16:creationId xmlns:a16="http://schemas.microsoft.com/office/drawing/2014/main" id="{0F9B5C94-B14C-9CF4-85A9-FE96779DDAE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Structure and seeding</a:t>
            </a:r>
          </a:p>
        </p:txBody>
      </p:sp>
      <p:sp>
        <p:nvSpPr>
          <p:cNvPr id="1087" name="Google Shape;1087;p42">
            <a:extLst>
              <a:ext uri="{FF2B5EF4-FFF2-40B4-BE49-F238E27FC236}">
                <a16:creationId xmlns:a16="http://schemas.microsoft.com/office/drawing/2014/main" id="{7CEC96F2-F40B-385B-1BDA-09E258A302C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talk about roles implemented</a:t>
            </a:r>
            <a:endParaRPr dirty="0"/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C59BCF5E-FC9D-8BB7-A845-C590193350F1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0" name="Google Shape;1090;p42">
            <a:extLst>
              <a:ext uri="{FF2B5EF4-FFF2-40B4-BE49-F238E27FC236}">
                <a16:creationId xmlns:a16="http://schemas.microsoft.com/office/drawing/2014/main" id="{D715D779-86A8-3C4A-2889-B3DD2A278A70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505400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91" name="Google Shape;1091;p42">
            <a:extLst>
              <a:ext uri="{FF2B5EF4-FFF2-40B4-BE49-F238E27FC236}">
                <a16:creationId xmlns:a16="http://schemas.microsoft.com/office/drawing/2014/main" id="{F9C3BDDF-7CC7-1F62-4428-4037A57A5671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3" name="Google Shape;1093;p42">
            <a:extLst>
              <a:ext uri="{FF2B5EF4-FFF2-40B4-BE49-F238E27FC236}">
                <a16:creationId xmlns:a16="http://schemas.microsoft.com/office/drawing/2014/main" id="{90D65153-22C7-9AA0-7DE5-817767161A6A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ECEB7D4E-E4C0-5692-E53B-017F34CAD531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sp>
        <p:nvSpPr>
          <p:cNvPr id="1096" name="Google Shape;1096;p42">
            <a:extLst>
              <a:ext uri="{FF2B5EF4-FFF2-40B4-BE49-F238E27FC236}">
                <a16:creationId xmlns:a16="http://schemas.microsoft.com/office/drawing/2014/main" id="{B7B517E7-9994-7AB4-918E-C7139EAE18C5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dirty="0"/>
              <a:t>Database</a:t>
            </a:r>
            <a:endParaRPr dirty="0"/>
          </a:p>
        </p:txBody>
      </p:sp>
      <p:sp>
        <p:nvSpPr>
          <p:cNvPr id="1097" name="Google Shape;1097;p42">
            <a:extLst>
              <a:ext uri="{FF2B5EF4-FFF2-40B4-BE49-F238E27FC236}">
                <a16:creationId xmlns:a16="http://schemas.microsoft.com/office/drawing/2014/main" id="{8AF458B7-0F54-221A-6380-2F956BEFDD01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720000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 </a:t>
            </a:r>
            <a:endParaRPr dirty="0"/>
          </a:p>
        </p:txBody>
      </p:sp>
      <p:sp>
        <p:nvSpPr>
          <p:cNvPr id="1099" name="Google Shape;1099;p42">
            <a:extLst>
              <a:ext uri="{FF2B5EF4-FFF2-40B4-BE49-F238E27FC236}">
                <a16:creationId xmlns:a16="http://schemas.microsoft.com/office/drawing/2014/main" id="{E32A98EF-CBAC-09B4-55BA-F97D7C624278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Auth and admin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983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" grpId="0" build="p"/>
      <p:bldP spid="1090" grpId="0"/>
      <p:bldP spid="109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F1D8D233-1F47-A3A1-F873-53B9FCBD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247DC9F9-9643-97A8-68AF-26DD129A81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3" name="Google Shape;1083;p42">
            <a:extLst>
              <a:ext uri="{FF2B5EF4-FFF2-40B4-BE49-F238E27FC236}">
                <a16:creationId xmlns:a16="http://schemas.microsoft.com/office/drawing/2014/main" id="{6C87200A-7295-6B87-8C3B-280BC4F4874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project architecture and structure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F4B5B3F5-9CE2-FF02-40EC-7324CFB2ED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5" name="Google Shape;1085;p42">
            <a:extLst>
              <a:ext uri="{FF2B5EF4-FFF2-40B4-BE49-F238E27FC236}">
                <a16:creationId xmlns:a16="http://schemas.microsoft.com/office/drawing/2014/main" id="{964263BF-5A50-1A63-ED9A-BAB62C5AB4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Structure and seeding</a:t>
            </a:r>
          </a:p>
        </p:txBody>
      </p:sp>
      <p:sp>
        <p:nvSpPr>
          <p:cNvPr id="1086" name="Google Shape;1086;p42">
            <a:extLst>
              <a:ext uri="{FF2B5EF4-FFF2-40B4-BE49-F238E27FC236}">
                <a16:creationId xmlns:a16="http://schemas.microsoft.com/office/drawing/2014/main" id="{E0C98AEC-71BD-5C37-AAF0-272D23E22C8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19269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we have build and trained the ML.</a:t>
            </a:r>
            <a:endParaRPr dirty="0"/>
          </a:p>
        </p:txBody>
      </p:sp>
      <p:sp>
        <p:nvSpPr>
          <p:cNvPr id="1087" name="Google Shape;1087;p42">
            <a:extLst>
              <a:ext uri="{FF2B5EF4-FFF2-40B4-BE49-F238E27FC236}">
                <a16:creationId xmlns:a16="http://schemas.microsoft.com/office/drawing/2014/main" id="{0F383026-81C1-CA2C-C31A-35F51729DD3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talk about roles implemented</a:t>
            </a:r>
            <a:endParaRPr dirty="0"/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112F8091-3D53-7851-B5E9-D0A67A65CFFA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0" name="Google Shape;1090;p42">
            <a:extLst>
              <a:ext uri="{FF2B5EF4-FFF2-40B4-BE49-F238E27FC236}">
                <a16:creationId xmlns:a16="http://schemas.microsoft.com/office/drawing/2014/main" id="{5B0F4478-4105-6CC9-409A-CA1C510AC452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505400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91" name="Google Shape;1091;p42">
            <a:extLst>
              <a:ext uri="{FF2B5EF4-FFF2-40B4-BE49-F238E27FC236}">
                <a16:creationId xmlns:a16="http://schemas.microsoft.com/office/drawing/2014/main" id="{C54FC887-B296-9647-2EAF-291535766619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2" name="Google Shape;1092;p42">
            <a:extLst>
              <a:ext uri="{FF2B5EF4-FFF2-40B4-BE49-F238E27FC236}">
                <a16:creationId xmlns:a16="http://schemas.microsoft.com/office/drawing/2014/main" id="{19495732-81C5-7D89-DA62-75EB50684A5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204669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93" name="Google Shape;1093;p42">
            <a:extLst>
              <a:ext uri="{FF2B5EF4-FFF2-40B4-BE49-F238E27FC236}">
                <a16:creationId xmlns:a16="http://schemas.microsoft.com/office/drawing/2014/main" id="{1E318F4A-F4D0-773D-08C3-6094F464AF9B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2F6683F3-4C71-2F0C-F129-7DF33D804E52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sp>
        <p:nvSpPr>
          <p:cNvPr id="1096" name="Google Shape;1096;p42">
            <a:extLst>
              <a:ext uri="{FF2B5EF4-FFF2-40B4-BE49-F238E27FC236}">
                <a16:creationId xmlns:a16="http://schemas.microsoft.com/office/drawing/2014/main" id="{EED5F21E-0059-590B-010C-BB84C1CCE0DE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dirty="0"/>
              <a:t>Database</a:t>
            </a:r>
            <a:endParaRPr dirty="0"/>
          </a:p>
        </p:txBody>
      </p:sp>
      <p:sp>
        <p:nvSpPr>
          <p:cNvPr id="1097" name="Google Shape;1097;p42">
            <a:extLst>
              <a:ext uri="{FF2B5EF4-FFF2-40B4-BE49-F238E27FC236}">
                <a16:creationId xmlns:a16="http://schemas.microsoft.com/office/drawing/2014/main" id="{A0D12D6D-7AFC-36E0-8596-01C7DCCC5665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720000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 </a:t>
            </a:r>
            <a:endParaRPr dirty="0"/>
          </a:p>
        </p:txBody>
      </p:sp>
      <p:sp>
        <p:nvSpPr>
          <p:cNvPr id="1098" name="Google Shape;1098;p42">
            <a:extLst>
              <a:ext uri="{FF2B5EF4-FFF2-40B4-BE49-F238E27FC236}">
                <a16:creationId xmlns:a16="http://schemas.microsoft.com/office/drawing/2014/main" id="{1A9B5A64-71A6-ED1B-7956-D00E033FC54B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3419269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Pipeline</a:t>
            </a:r>
            <a:endParaRPr dirty="0"/>
          </a:p>
        </p:txBody>
      </p:sp>
      <p:sp>
        <p:nvSpPr>
          <p:cNvPr id="1099" name="Google Shape;1099;p42">
            <a:extLst>
              <a:ext uri="{FF2B5EF4-FFF2-40B4-BE49-F238E27FC236}">
                <a16:creationId xmlns:a16="http://schemas.microsoft.com/office/drawing/2014/main" id="{9CD9CF00-A078-615F-5CB3-78A21DBEBBDC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Auth and admin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38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" grpId="0" build="p"/>
      <p:bldP spid="1092" grpId="0"/>
      <p:bldP spid="109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>
          <a:extLst>
            <a:ext uri="{FF2B5EF4-FFF2-40B4-BE49-F238E27FC236}">
              <a16:creationId xmlns:a16="http://schemas.microsoft.com/office/drawing/2014/main" id="{3248ED3B-D9CE-DC8E-24AB-BA8DAFB8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>
            <a:extLst>
              <a:ext uri="{FF2B5EF4-FFF2-40B4-BE49-F238E27FC236}">
                <a16:creationId xmlns:a16="http://schemas.microsoft.com/office/drawing/2014/main" id="{ADBA6972-E187-8805-388C-EEEA1898E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83" name="Google Shape;1083;p42">
            <a:extLst>
              <a:ext uri="{FF2B5EF4-FFF2-40B4-BE49-F238E27FC236}">
                <a16:creationId xmlns:a16="http://schemas.microsoft.com/office/drawing/2014/main" id="{C53C45FC-C18F-9E6C-4F61-05882F6333B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project architecture and structure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084" name="Google Shape;1084;p42">
            <a:extLst>
              <a:ext uri="{FF2B5EF4-FFF2-40B4-BE49-F238E27FC236}">
                <a16:creationId xmlns:a16="http://schemas.microsoft.com/office/drawing/2014/main" id="{F9EDB9D8-5AB0-770D-429C-157759A91A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have build?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 Frontend</a:t>
            </a:r>
          </a:p>
        </p:txBody>
      </p:sp>
      <p:sp>
        <p:nvSpPr>
          <p:cNvPr id="1085" name="Google Shape;1085;p42">
            <a:extLst>
              <a:ext uri="{FF2B5EF4-FFF2-40B4-BE49-F238E27FC236}">
                <a16:creationId xmlns:a16="http://schemas.microsoft.com/office/drawing/2014/main" id="{181C1D45-EFB7-ADA9-CE04-D1D984CF7F2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Structure and seeding</a:t>
            </a:r>
          </a:p>
        </p:txBody>
      </p:sp>
      <p:sp>
        <p:nvSpPr>
          <p:cNvPr id="1086" name="Google Shape;1086;p42">
            <a:extLst>
              <a:ext uri="{FF2B5EF4-FFF2-40B4-BE49-F238E27FC236}">
                <a16:creationId xmlns:a16="http://schemas.microsoft.com/office/drawing/2014/main" id="{D925B7F3-4653-DF9D-66DC-A7693BE9FCB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19269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we have build and trained the ML.</a:t>
            </a:r>
            <a:endParaRPr dirty="0"/>
          </a:p>
        </p:txBody>
      </p:sp>
      <p:sp>
        <p:nvSpPr>
          <p:cNvPr id="1087" name="Google Shape;1087;p42">
            <a:extLst>
              <a:ext uri="{FF2B5EF4-FFF2-40B4-BE49-F238E27FC236}">
                <a16:creationId xmlns:a16="http://schemas.microsoft.com/office/drawing/2014/main" id="{5E508EE9-7CB0-FD6E-665B-4D14E329D49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talk about roles implemented</a:t>
            </a:r>
            <a:endParaRPr dirty="0"/>
          </a:p>
        </p:txBody>
      </p:sp>
      <p:sp>
        <p:nvSpPr>
          <p:cNvPr id="1088" name="Google Shape;1088;p42">
            <a:extLst>
              <a:ext uri="{FF2B5EF4-FFF2-40B4-BE49-F238E27FC236}">
                <a16:creationId xmlns:a16="http://schemas.microsoft.com/office/drawing/2014/main" id="{2BD839E4-99C2-EE49-3924-B3D782847B5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18545" y="3665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give a live demonstration of the website.</a:t>
            </a:r>
            <a:endParaRPr dirty="0"/>
          </a:p>
        </p:txBody>
      </p:sp>
      <p:sp>
        <p:nvSpPr>
          <p:cNvPr id="1089" name="Google Shape;1089;p42">
            <a:extLst>
              <a:ext uri="{FF2B5EF4-FFF2-40B4-BE49-F238E27FC236}">
                <a16:creationId xmlns:a16="http://schemas.microsoft.com/office/drawing/2014/main" id="{20C8D53F-F856-B475-B94A-4C2F782F8402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90" name="Google Shape;1090;p42">
            <a:extLst>
              <a:ext uri="{FF2B5EF4-FFF2-40B4-BE49-F238E27FC236}">
                <a16:creationId xmlns:a16="http://schemas.microsoft.com/office/drawing/2014/main" id="{EE601F20-5B71-DBAD-1C3D-799839989482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505400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91" name="Google Shape;1091;p42">
            <a:extLst>
              <a:ext uri="{FF2B5EF4-FFF2-40B4-BE49-F238E27FC236}">
                <a16:creationId xmlns:a16="http://schemas.microsoft.com/office/drawing/2014/main" id="{395F873D-EA63-6C39-A23D-48BDCDB49938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2" name="Google Shape;1092;p42">
            <a:extLst>
              <a:ext uri="{FF2B5EF4-FFF2-40B4-BE49-F238E27FC236}">
                <a16:creationId xmlns:a16="http://schemas.microsoft.com/office/drawing/2014/main" id="{66D254E9-72DE-5D0B-1FF5-FA28E8D33156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204669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93" name="Google Shape;1093;p42">
            <a:extLst>
              <a:ext uri="{FF2B5EF4-FFF2-40B4-BE49-F238E27FC236}">
                <a16:creationId xmlns:a16="http://schemas.microsoft.com/office/drawing/2014/main" id="{34220C78-EFFC-FE49-8D9C-999F9E0B25A5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94" name="Google Shape;1094;p42">
            <a:extLst>
              <a:ext uri="{FF2B5EF4-FFF2-40B4-BE49-F238E27FC236}">
                <a16:creationId xmlns:a16="http://schemas.microsoft.com/office/drawing/2014/main" id="{E57F73BD-B6C3-C14C-00E1-7D19BD3802AE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903945" y="28543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95" name="Google Shape;1095;p42">
            <a:extLst>
              <a:ext uri="{FF2B5EF4-FFF2-40B4-BE49-F238E27FC236}">
                <a16:creationId xmlns:a16="http://schemas.microsoft.com/office/drawing/2014/main" id="{D4B06E2A-FB11-0CE6-EF1B-62381925CC36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sp>
        <p:nvSpPr>
          <p:cNvPr id="1096" name="Google Shape;1096;p42">
            <a:extLst>
              <a:ext uri="{FF2B5EF4-FFF2-40B4-BE49-F238E27FC236}">
                <a16:creationId xmlns:a16="http://schemas.microsoft.com/office/drawing/2014/main" id="{61BE76C1-6933-A9F2-7B3B-50271AFDF995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dirty="0"/>
              <a:t>Database</a:t>
            </a:r>
            <a:endParaRPr dirty="0"/>
          </a:p>
        </p:txBody>
      </p:sp>
      <p:sp>
        <p:nvSpPr>
          <p:cNvPr id="1097" name="Google Shape;1097;p42">
            <a:extLst>
              <a:ext uri="{FF2B5EF4-FFF2-40B4-BE49-F238E27FC236}">
                <a16:creationId xmlns:a16="http://schemas.microsoft.com/office/drawing/2014/main" id="{7CDF5FD9-92EE-36F8-1FC0-BC65F8BC4A0A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720000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 </a:t>
            </a:r>
            <a:endParaRPr dirty="0"/>
          </a:p>
        </p:txBody>
      </p:sp>
      <p:sp>
        <p:nvSpPr>
          <p:cNvPr id="1098" name="Google Shape;1098;p42">
            <a:extLst>
              <a:ext uri="{FF2B5EF4-FFF2-40B4-BE49-F238E27FC236}">
                <a16:creationId xmlns:a16="http://schemas.microsoft.com/office/drawing/2014/main" id="{B4184D9D-5161-BD96-CF3E-DFCDEF718D9D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3419269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Pipeline</a:t>
            </a:r>
            <a:endParaRPr dirty="0"/>
          </a:p>
        </p:txBody>
      </p:sp>
      <p:sp>
        <p:nvSpPr>
          <p:cNvPr id="1099" name="Google Shape;1099;p42">
            <a:extLst>
              <a:ext uri="{FF2B5EF4-FFF2-40B4-BE49-F238E27FC236}">
                <a16:creationId xmlns:a16="http://schemas.microsoft.com/office/drawing/2014/main" id="{D27F48C9-8E24-6BBF-9122-1AB8AE45B0D9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Auth and admin</a:t>
            </a:r>
            <a:endParaRPr dirty="0"/>
          </a:p>
        </p:txBody>
      </p:sp>
      <p:sp>
        <p:nvSpPr>
          <p:cNvPr id="1100" name="Google Shape;1100;p42">
            <a:extLst>
              <a:ext uri="{FF2B5EF4-FFF2-40B4-BE49-F238E27FC236}">
                <a16:creationId xmlns:a16="http://schemas.microsoft.com/office/drawing/2014/main" id="{C2F3521F-7F1A-C5D2-9311-CCF19474BAA5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6118545" y="32847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755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" grpId="0" build="p"/>
      <p:bldP spid="1094" grpId="0"/>
      <p:bldP spid="110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4"/>
          <p:cNvSpPr txBox="1">
            <a:spLocks noGrp="1"/>
          </p:cNvSpPr>
          <p:nvPr>
            <p:ph type="title"/>
          </p:nvPr>
        </p:nvSpPr>
        <p:spPr>
          <a:xfrm>
            <a:off x="2171700" y="2056175"/>
            <a:ext cx="4800600" cy="107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Project</a:t>
            </a:r>
            <a:endParaRPr dirty="0"/>
          </a:p>
        </p:txBody>
      </p:sp>
      <p:sp>
        <p:nvSpPr>
          <p:cNvPr id="1120" name="Google Shape;1120;p44"/>
          <p:cNvSpPr txBox="1">
            <a:spLocks noGrp="1"/>
          </p:cNvSpPr>
          <p:nvPr>
            <p:ph type="title" idx="2"/>
          </p:nvPr>
        </p:nvSpPr>
        <p:spPr>
          <a:xfrm>
            <a:off x="3846750" y="776225"/>
            <a:ext cx="1450500" cy="15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21" name="Google Shape;1121;p44"/>
          <p:cNvSpPr txBox="1">
            <a:spLocks noGrp="1"/>
          </p:cNvSpPr>
          <p:nvPr>
            <p:ph type="subTitle" idx="1"/>
          </p:nvPr>
        </p:nvSpPr>
        <p:spPr>
          <a:xfrm>
            <a:off x="2171700" y="3319675"/>
            <a:ext cx="4800600" cy="417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Overview and the frontend</a:t>
            </a:r>
          </a:p>
        </p:txBody>
      </p:sp>
      <p:sp>
        <p:nvSpPr>
          <p:cNvPr id="1122" name="Google Shape;1122;p44"/>
          <p:cNvSpPr/>
          <p:nvPr/>
        </p:nvSpPr>
        <p:spPr>
          <a:xfrm>
            <a:off x="8299025" y="20907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3" name="Google Shape;1123;p44"/>
          <p:cNvGrpSpPr/>
          <p:nvPr/>
        </p:nvGrpSpPr>
        <p:grpSpPr>
          <a:xfrm rot="5013124">
            <a:off x="4028531" y="3979232"/>
            <a:ext cx="1086974" cy="1626146"/>
            <a:chOff x="3774225" y="-1654550"/>
            <a:chExt cx="636100" cy="951625"/>
          </a:xfrm>
        </p:grpSpPr>
        <p:sp>
          <p:nvSpPr>
            <p:cNvPr id="1124" name="Google Shape;1124;p44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4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4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0" name="Google Shape;1130;p44"/>
          <p:cNvSpPr/>
          <p:nvPr/>
        </p:nvSpPr>
        <p:spPr>
          <a:xfrm>
            <a:off x="1753150" y="2363125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1" name="Google Shape;1131;p44"/>
          <p:cNvGrpSpPr/>
          <p:nvPr/>
        </p:nvGrpSpPr>
        <p:grpSpPr>
          <a:xfrm>
            <a:off x="-129655" y="1741847"/>
            <a:ext cx="1431774" cy="2010145"/>
            <a:chOff x="7344817" y="2577565"/>
            <a:chExt cx="1702062" cy="2389616"/>
          </a:xfrm>
        </p:grpSpPr>
        <p:sp>
          <p:nvSpPr>
            <p:cNvPr id="1132" name="Google Shape;1132;p44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4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4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4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4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7" name="Google Shape;1137;p44"/>
          <p:cNvSpPr/>
          <p:nvPr/>
        </p:nvSpPr>
        <p:spPr>
          <a:xfrm>
            <a:off x="952963" y="9801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4"/>
          <p:cNvGrpSpPr/>
          <p:nvPr/>
        </p:nvGrpSpPr>
        <p:grpSpPr>
          <a:xfrm>
            <a:off x="7841880" y="3354187"/>
            <a:ext cx="1127161" cy="2010114"/>
            <a:chOff x="-195669" y="1952562"/>
            <a:chExt cx="1015277" cy="1810588"/>
          </a:xfrm>
        </p:grpSpPr>
        <p:sp>
          <p:nvSpPr>
            <p:cNvPr id="1139" name="Google Shape;1139;p44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4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44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1142" name="Google Shape;1142;p44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4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4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4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4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4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8" name="Google Shape;1148;p44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2" name="Google Shape;1152;p44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1153" name="Google Shape;1153;p44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4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4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56" name="Google Shape;1156;p44"/>
          <p:cNvSpPr/>
          <p:nvPr/>
        </p:nvSpPr>
        <p:spPr>
          <a:xfrm>
            <a:off x="7629028" y="13046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44"/>
          <p:cNvSpPr/>
          <p:nvPr/>
        </p:nvSpPr>
        <p:spPr>
          <a:xfrm>
            <a:off x="7629028" y="27902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4"/>
          <p:cNvSpPr/>
          <p:nvPr/>
        </p:nvSpPr>
        <p:spPr>
          <a:xfrm>
            <a:off x="1438688" y="3660463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5590978" y="13992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4"/>
          <p:cNvSpPr/>
          <p:nvPr/>
        </p:nvSpPr>
        <p:spPr>
          <a:xfrm>
            <a:off x="847228" y="4218491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44"/>
          <p:cNvSpPr/>
          <p:nvPr/>
        </p:nvSpPr>
        <p:spPr>
          <a:xfrm>
            <a:off x="3490203" y="13992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4"/>
          <p:cNvSpPr/>
          <p:nvPr/>
        </p:nvSpPr>
        <p:spPr>
          <a:xfrm>
            <a:off x="7153688" y="4252663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" grpId="0"/>
      <p:bldP spid="1121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>
          <a:extLst>
            <a:ext uri="{FF2B5EF4-FFF2-40B4-BE49-F238E27FC236}">
              <a16:creationId xmlns:a16="http://schemas.microsoft.com/office/drawing/2014/main" id="{6F966119-E5E9-E5F9-4A18-51D93F85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68">
            <a:extLst>
              <a:ext uri="{FF2B5EF4-FFF2-40B4-BE49-F238E27FC236}">
                <a16:creationId xmlns:a16="http://schemas.microsoft.com/office/drawing/2014/main" id="{A73416B6-840B-62AF-1198-DE39FA856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583" y="245328"/>
            <a:ext cx="4755856" cy="808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Cinema-Scale</a:t>
            </a:r>
            <a:endParaRPr dirty="0"/>
          </a:p>
        </p:txBody>
      </p:sp>
      <p:sp>
        <p:nvSpPr>
          <p:cNvPr id="1857" name="Google Shape;1857;p68">
            <a:extLst>
              <a:ext uri="{FF2B5EF4-FFF2-40B4-BE49-F238E27FC236}">
                <a16:creationId xmlns:a16="http://schemas.microsoft.com/office/drawing/2014/main" id="{DE97B636-9119-5A44-CD3B-DC06E96B7D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5522" y="1053900"/>
            <a:ext cx="4661209" cy="28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An interactive, full-stack movie browsing &amp; recommendation platform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Content-based filtering using TF-IDF Vectorization &amp; Cosine Similarity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Dynamically enriches movie metadata from TMDB API &amp; Wikipedia CDN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Supports user authentication, reviews, watchlists, and admin controls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Processes 45,000+ movies from a comprehensive CSV dataset</a:t>
            </a:r>
          </a:p>
        </p:txBody>
      </p:sp>
      <p:pic>
        <p:nvPicPr>
          <p:cNvPr id="1858" name="Google Shape;1858;p68">
            <a:extLst>
              <a:ext uri="{FF2B5EF4-FFF2-40B4-BE49-F238E27FC236}">
                <a16:creationId xmlns:a16="http://schemas.microsoft.com/office/drawing/2014/main" id="{E57279D7-707E-BA7B-F6CE-0C645818ECD7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960" r="5373"/>
          <a:stretch/>
        </p:blipFill>
        <p:spPr>
          <a:xfrm>
            <a:off x="5325717" y="913500"/>
            <a:ext cx="3035700" cy="30357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77011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Tech Stack</a:t>
            </a:r>
            <a:endParaRPr dirty="0"/>
          </a:p>
        </p:txBody>
      </p:sp>
      <p:cxnSp>
        <p:nvCxnSpPr>
          <p:cNvPr id="1757" name="Google Shape;1757;p61"/>
          <p:cNvCxnSpPr>
            <a:stCxn id="1758" idx="0"/>
            <a:endCxn id="1759" idx="2"/>
          </p:cNvCxnSpPr>
          <p:nvPr/>
        </p:nvCxnSpPr>
        <p:spPr>
          <a:xfrm rot="-5400000">
            <a:off x="1407750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61"/>
          <p:cNvCxnSpPr>
            <a:stCxn id="1761" idx="0"/>
            <a:endCxn id="1759" idx="6"/>
          </p:cNvCxnSpPr>
          <p:nvPr/>
        </p:nvCxnSpPr>
        <p:spPr>
          <a:xfrm rot="5400000" flipH="1">
            <a:off x="2435281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58" name="Google Shape;1758;p61"/>
          <p:cNvSpPr txBox="1"/>
          <p:nvPr/>
        </p:nvSpPr>
        <p:spPr>
          <a:xfrm>
            <a:off x="720000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Flask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2" name="Google Shape;1762;p61"/>
          <p:cNvSpPr txBox="1"/>
          <p:nvPr/>
        </p:nvSpPr>
        <p:spPr>
          <a:xfrm>
            <a:off x="719997" y="3386951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Flask as backend framework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61" name="Google Shape;1761;p61"/>
          <p:cNvSpPr txBox="1"/>
          <p:nvPr/>
        </p:nvSpPr>
        <p:spPr>
          <a:xfrm>
            <a:off x="2187631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SQL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3" name="Google Shape;1763;p61"/>
          <p:cNvSpPr txBox="1"/>
          <p:nvPr/>
        </p:nvSpPr>
        <p:spPr>
          <a:xfrm>
            <a:off x="2188023" y="3386953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SQLite to store the data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59" name="Google Shape;1759;p61"/>
          <p:cNvSpPr/>
          <p:nvPr/>
        </p:nvSpPr>
        <p:spPr>
          <a:xfrm>
            <a:off x="18055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6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4" name="Google Shape;1764;p61"/>
          <p:cNvSpPr/>
          <p:nvPr/>
        </p:nvSpPr>
        <p:spPr>
          <a:xfrm>
            <a:off x="1468199" y="1646905"/>
            <a:ext cx="1365031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Backend</a:t>
            </a:r>
            <a:endParaRPr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73" name="Google Shape;1773;p61"/>
          <p:cNvCxnSpPr>
            <a:cxnSpLocks/>
            <a:stCxn id="1764" idx="2"/>
            <a:endCxn id="1759" idx="0"/>
          </p:cNvCxnSpPr>
          <p:nvPr/>
        </p:nvCxnSpPr>
        <p:spPr>
          <a:xfrm flipH="1">
            <a:off x="2099400" y="2037505"/>
            <a:ext cx="51315" cy="3616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8" grpId="0"/>
      <p:bldP spid="1762" grpId="0"/>
      <p:bldP spid="1761" grpId="0"/>
      <p:bldP spid="1763" grpId="0"/>
      <p:bldP spid="1759" grpId="0"/>
      <p:bldP spid="17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>
          <a:extLst>
            <a:ext uri="{FF2B5EF4-FFF2-40B4-BE49-F238E27FC236}">
              <a16:creationId xmlns:a16="http://schemas.microsoft.com/office/drawing/2014/main" id="{17CFD5E6-0D36-78CD-0DA5-3E18B2F0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1">
            <a:extLst>
              <a:ext uri="{FF2B5EF4-FFF2-40B4-BE49-F238E27FC236}">
                <a16:creationId xmlns:a16="http://schemas.microsoft.com/office/drawing/2014/main" id="{FACE4907-D45A-1A79-AE05-D219FE6C9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Tech Stack</a:t>
            </a:r>
            <a:endParaRPr dirty="0"/>
          </a:p>
        </p:txBody>
      </p:sp>
      <p:sp>
        <p:nvSpPr>
          <p:cNvPr id="1753" name="Google Shape;1753;p61">
            <a:extLst>
              <a:ext uri="{FF2B5EF4-FFF2-40B4-BE49-F238E27FC236}">
                <a16:creationId xmlns:a16="http://schemas.microsoft.com/office/drawing/2014/main" id="{8485425C-27DF-3C59-0176-AF8375572E30}"/>
              </a:ext>
            </a:extLst>
          </p:cNvPr>
          <p:cNvSpPr txBox="1"/>
          <p:nvPr/>
        </p:nvSpPr>
        <p:spPr>
          <a:xfrm>
            <a:off x="3603300" y="3048772"/>
            <a:ext cx="19374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Python lib.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54" name="Google Shape;1754;p61">
            <a:extLst>
              <a:ext uri="{FF2B5EF4-FFF2-40B4-BE49-F238E27FC236}">
                <a16:creationId xmlns:a16="http://schemas.microsoft.com/office/drawing/2014/main" id="{12142097-2278-E85C-24B5-50DA3871423C}"/>
              </a:ext>
            </a:extLst>
          </p:cNvPr>
          <p:cNvSpPr txBox="1"/>
          <p:nvPr/>
        </p:nvSpPr>
        <p:spPr>
          <a:xfrm>
            <a:off x="3603300" y="3386951"/>
            <a:ext cx="19374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various python libs to train the model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55" name="Google Shape;1755;p61">
            <a:extLst>
              <a:ext uri="{FF2B5EF4-FFF2-40B4-BE49-F238E27FC236}">
                <a16:creationId xmlns:a16="http://schemas.microsoft.com/office/drawing/2014/main" id="{3687030C-AA5A-A923-EE97-B47B8757C4FE}"/>
              </a:ext>
            </a:extLst>
          </p:cNvPr>
          <p:cNvSpPr/>
          <p:nvPr/>
        </p:nvSpPr>
        <p:spPr>
          <a:xfrm>
            <a:off x="42781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</a:t>
            </a:r>
            <a:endParaRPr sz="25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56" name="Google Shape;1756;p61">
            <a:extLst>
              <a:ext uri="{FF2B5EF4-FFF2-40B4-BE49-F238E27FC236}">
                <a16:creationId xmlns:a16="http://schemas.microsoft.com/office/drawing/2014/main" id="{8DC4B352-742F-E992-F000-A667B687FE53}"/>
              </a:ext>
            </a:extLst>
          </p:cNvPr>
          <p:cNvSpPr/>
          <p:nvPr/>
        </p:nvSpPr>
        <p:spPr>
          <a:xfrm>
            <a:off x="3940800" y="1646913"/>
            <a:ext cx="1262400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Model</a:t>
            </a:r>
            <a:endParaRPr sz="25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57" name="Google Shape;1757;p61">
            <a:extLst>
              <a:ext uri="{FF2B5EF4-FFF2-40B4-BE49-F238E27FC236}">
                <a16:creationId xmlns:a16="http://schemas.microsoft.com/office/drawing/2014/main" id="{943540B7-813C-1869-5989-7C007878F31B}"/>
              </a:ext>
            </a:extLst>
          </p:cNvPr>
          <p:cNvCxnSpPr>
            <a:stCxn id="1758" idx="0"/>
            <a:endCxn id="1759" idx="2"/>
          </p:cNvCxnSpPr>
          <p:nvPr/>
        </p:nvCxnSpPr>
        <p:spPr>
          <a:xfrm rot="-5400000">
            <a:off x="1407750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61">
            <a:extLst>
              <a:ext uri="{FF2B5EF4-FFF2-40B4-BE49-F238E27FC236}">
                <a16:creationId xmlns:a16="http://schemas.microsoft.com/office/drawing/2014/main" id="{C3B2FD46-55DB-178A-A6DD-5AD8414890E7}"/>
              </a:ext>
            </a:extLst>
          </p:cNvPr>
          <p:cNvCxnSpPr>
            <a:stCxn id="1761" idx="0"/>
            <a:endCxn id="1759" idx="6"/>
          </p:cNvCxnSpPr>
          <p:nvPr/>
        </p:nvCxnSpPr>
        <p:spPr>
          <a:xfrm rot="5400000" flipH="1">
            <a:off x="2435281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58" name="Google Shape;1758;p61">
            <a:extLst>
              <a:ext uri="{FF2B5EF4-FFF2-40B4-BE49-F238E27FC236}">
                <a16:creationId xmlns:a16="http://schemas.microsoft.com/office/drawing/2014/main" id="{2E34CBAB-4B37-04E0-E179-98F2A4450151}"/>
              </a:ext>
            </a:extLst>
          </p:cNvPr>
          <p:cNvSpPr txBox="1"/>
          <p:nvPr/>
        </p:nvSpPr>
        <p:spPr>
          <a:xfrm>
            <a:off x="720000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Flask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2" name="Google Shape;1762;p61">
            <a:extLst>
              <a:ext uri="{FF2B5EF4-FFF2-40B4-BE49-F238E27FC236}">
                <a16:creationId xmlns:a16="http://schemas.microsoft.com/office/drawing/2014/main" id="{13885CBB-552A-016F-C1D6-C3F1741C0780}"/>
              </a:ext>
            </a:extLst>
          </p:cNvPr>
          <p:cNvSpPr txBox="1"/>
          <p:nvPr/>
        </p:nvSpPr>
        <p:spPr>
          <a:xfrm>
            <a:off x="719997" y="3386951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Flask as backend framework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61" name="Google Shape;1761;p61">
            <a:extLst>
              <a:ext uri="{FF2B5EF4-FFF2-40B4-BE49-F238E27FC236}">
                <a16:creationId xmlns:a16="http://schemas.microsoft.com/office/drawing/2014/main" id="{1A21B50D-D2F7-08F8-CD61-EA4C37852C57}"/>
              </a:ext>
            </a:extLst>
          </p:cNvPr>
          <p:cNvSpPr txBox="1"/>
          <p:nvPr/>
        </p:nvSpPr>
        <p:spPr>
          <a:xfrm>
            <a:off x="2187631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SQL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3" name="Google Shape;1763;p61">
            <a:extLst>
              <a:ext uri="{FF2B5EF4-FFF2-40B4-BE49-F238E27FC236}">
                <a16:creationId xmlns:a16="http://schemas.microsoft.com/office/drawing/2014/main" id="{F32A4AF5-FE00-70FB-9C4F-0B31C00AA49E}"/>
              </a:ext>
            </a:extLst>
          </p:cNvPr>
          <p:cNvSpPr txBox="1"/>
          <p:nvPr/>
        </p:nvSpPr>
        <p:spPr>
          <a:xfrm>
            <a:off x="2188023" y="3386953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SQLite to store the data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59" name="Google Shape;1759;p61">
            <a:extLst>
              <a:ext uri="{FF2B5EF4-FFF2-40B4-BE49-F238E27FC236}">
                <a16:creationId xmlns:a16="http://schemas.microsoft.com/office/drawing/2014/main" id="{9B29D67A-9BBE-4089-08E1-A829624A80A9}"/>
              </a:ext>
            </a:extLst>
          </p:cNvPr>
          <p:cNvSpPr/>
          <p:nvPr/>
        </p:nvSpPr>
        <p:spPr>
          <a:xfrm>
            <a:off x="18055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6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4" name="Google Shape;1764;p61">
            <a:extLst>
              <a:ext uri="{FF2B5EF4-FFF2-40B4-BE49-F238E27FC236}">
                <a16:creationId xmlns:a16="http://schemas.microsoft.com/office/drawing/2014/main" id="{832A466E-29C0-5216-5E9A-EF879D40B6A1}"/>
              </a:ext>
            </a:extLst>
          </p:cNvPr>
          <p:cNvSpPr/>
          <p:nvPr/>
        </p:nvSpPr>
        <p:spPr>
          <a:xfrm>
            <a:off x="1468199" y="1646905"/>
            <a:ext cx="1365031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Backend</a:t>
            </a:r>
            <a:endParaRPr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73" name="Google Shape;1773;p61">
            <a:extLst>
              <a:ext uri="{FF2B5EF4-FFF2-40B4-BE49-F238E27FC236}">
                <a16:creationId xmlns:a16="http://schemas.microsoft.com/office/drawing/2014/main" id="{6C7CFF85-86C4-BEA9-A855-4E160BF852E4}"/>
              </a:ext>
            </a:extLst>
          </p:cNvPr>
          <p:cNvCxnSpPr>
            <a:cxnSpLocks/>
            <a:stCxn id="1764" idx="2"/>
            <a:endCxn id="1759" idx="0"/>
          </p:cNvCxnSpPr>
          <p:nvPr/>
        </p:nvCxnSpPr>
        <p:spPr>
          <a:xfrm flipH="1">
            <a:off x="2099400" y="2037505"/>
            <a:ext cx="51315" cy="3616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74" name="Google Shape;1774;p61">
            <a:extLst>
              <a:ext uri="{FF2B5EF4-FFF2-40B4-BE49-F238E27FC236}">
                <a16:creationId xmlns:a16="http://schemas.microsoft.com/office/drawing/2014/main" id="{D1BA4790-1351-13AE-0E64-BDE88D70354B}"/>
              </a:ext>
            </a:extLst>
          </p:cNvPr>
          <p:cNvCxnSpPr>
            <a:stCxn id="1756" idx="2"/>
            <a:endCxn id="1755" idx="0"/>
          </p:cNvCxnSpPr>
          <p:nvPr/>
        </p:nvCxnSpPr>
        <p:spPr>
          <a:xfrm>
            <a:off x="4572000" y="2037513"/>
            <a:ext cx="0" cy="36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9875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3" grpId="0"/>
      <p:bldP spid="1754" grpId="0"/>
      <p:bldP spid="1755" grpId="0"/>
      <p:bldP spid="17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>
          <a:extLst>
            <a:ext uri="{FF2B5EF4-FFF2-40B4-BE49-F238E27FC236}">
              <a16:creationId xmlns:a16="http://schemas.microsoft.com/office/drawing/2014/main" id="{C2B837FB-1C7A-481E-59F3-F7DFDDAE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1">
            <a:extLst>
              <a:ext uri="{FF2B5EF4-FFF2-40B4-BE49-F238E27FC236}">
                <a16:creationId xmlns:a16="http://schemas.microsoft.com/office/drawing/2014/main" id="{CF35B34A-FAD4-57AB-FB6B-9EA3186DCE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Tech Stack</a:t>
            </a:r>
            <a:endParaRPr dirty="0"/>
          </a:p>
        </p:txBody>
      </p:sp>
      <p:sp>
        <p:nvSpPr>
          <p:cNvPr id="1753" name="Google Shape;1753;p61">
            <a:extLst>
              <a:ext uri="{FF2B5EF4-FFF2-40B4-BE49-F238E27FC236}">
                <a16:creationId xmlns:a16="http://schemas.microsoft.com/office/drawing/2014/main" id="{7D4D3F60-D8F8-6646-6D0F-BEF0D34004B4}"/>
              </a:ext>
            </a:extLst>
          </p:cNvPr>
          <p:cNvSpPr txBox="1"/>
          <p:nvPr/>
        </p:nvSpPr>
        <p:spPr>
          <a:xfrm>
            <a:off x="3603300" y="3048772"/>
            <a:ext cx="19374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Python lib.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54" name="Google Shape;1754;p61">
            <a:extLst>
              <a:ext uri="{FF2B5EF4-FFF2-40B4-BE49-F238E27FC236}">
                <a16:creationId xmlns:a16="http://schemas.microsoft.com/office/drawing/2014/main" id="{F10D42E4-31CA-99C0-3242-89A379D976DE}"/>
              </a:ext>
            </a:extLst>
          </p:cNvPr>
          <p:cNvSpPr txBox="1"/>
          <p:nvPr/>
        </p:nvSpPr>
        <p:spPr>
          <a:xfrm>
            <a:off x="3603300" y="3386951"/>
            <a:ext cx="19374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various python libs to train the model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55" name="Google Shape;1755;p61">
            <a:extLst>
              <a:ext uri="{FF2B5EF4-FFF2-40B4-BE49-F238E27FC236}">
                <a16:creationId xmlns:a16="http://schemas.microsoft.com/office/drawing/2014/main" id="{BDCEA21E-78EE-B316-1434-EFB7A9E81EC6}"/>
              </a:ext>
            </a:extLst>
          </p:cNvPr>
          <p:cNvSpPr/>
          <p:nvPr/>
        </p:nvSpPr>
        <p:spPr>
          <a:xfrm>
            <a:off x="42781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</a:t>
            </a:r>
            <a:endParaRPr sz="25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56" name="Google Shape;1756;p61">
            <a:extLst>
              <a:ext uri="{FF2B5EF4-FFF2-40B4-BE49-F238E27FC236}">
                <a16:creationId xmlns:a16="http://schemas.microsoft.com/office/drawing/2014/main" id="{B1B7E969-812C-E149-8EAE-C757E6B742F9}"/>
              </a:ext>
            </a:extLst>
          </p:cNvPr>
          <p:cNvSpPr/>
          <p:nvPr/>
        </p:nvSpPr>
        <p:spPr>
          <a:xfrm>
            <a:off x="3940800" y="1646913"/>
            <a:ext cx="1262400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Model</a:t>
            </a:r>
            <a:endParaRPr sz="25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57" name="Google Shape;1757;p61">
            <a:extLst>
              <a:ext uri="{FF2B5EF4-FFF2-40B4-BE49-F238E27FC236}">
                <a16:creationId xmlns:a16="http://schemas.microsoft.com/office/drawing/2014/main" id="{E2FE91F7-EAD3-784A-FD6D-018C62814D8A}"/>
              </a:ext>
            </a:extLst>
          </p:cNvPr>
          <p:cNvCxnSpPr>
            <a:stCxn id="1758" idx="0"/>
            <a:endCxn id="1759" idx="2"/>
          </p:cNvCxnSpPr>
          <p:nvPr/>
        </p:nvCxnSpPr>
        <p:spPr>
          <a:xfrm rot="-5400000">
            <a:off x="1407750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61">
            <a:extLst>
              <a:ext uri="{FF2B5EF4-FFF2-40B4-BE49-F238E27FC236}">
                <a16:creationId xmlns:a16="http://schemas.microsoft.com/office/drawing/2014/main" id="{5BF35AE5-8C3B-00BF-15F3-63B26B00FA02}"/>
              </a:ext>
            </a:extLst>
          </p:cNvPr>
          <p:cNvCxnSpPr>
            <a:stCxn id="1761" idx="0"/>
            <a:endCxn id="1759" idx="6"/>
          </p:cNvCxnSpPr>
          <p:nvPr/>
        </p:nvCxnSpPr>
        <p:spPr>
          <a:xfrm rot="5400000" flipH="1">
            <a:off x="2435281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58" name="Google Shape;1758;p61">
            <a:extLst>
              <a:ext uri="{FF2B5EF4-FFF2-40B4-BE49-F238E27FC236}">
                <a16:creationId xmlns:a16="http://schemas.microsoft.com/office/drawing/2014/main" id="{91DFC48A-719F-63F6-C28E-09B71D09CCA6}"/>
              </a:ext>
            </a:extLst>
          </p:cNvPr>
          <p:cNvSpPr txBox="1"/>
          <p:nvPr/>
        </p:nvSpPr>
        <p:spPr>
          <a:xfrm>
            <a:off x="720000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Flask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2" name="Google Shape;1762;p61">
            <a:extLst>
              <a:ext uri="{FF2B5EF4-FFF2-40B4-BE49-F238E27FC236}">
                <a16:creationId xmlns:a16="http://schemas.microsoft.com/office/drawing/2014/main" id="{4DC60ED8-91AD-03E4-7B73-D3126C485363}"/>
              </a:ext>
            </a:extLst>
          </p:cNvPr>
          <p:cNvSpPr txBox="1"/>
          <p:nvPr/>
        </p:nvSpPr>
        <p:spPr>
          <a:xfrm>
            <a:off x="719997" y="3386951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Flask as backend framework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61" name="Google Shape;1761;p61">
            <a:extLst>
              <a:ext uri="{FF2B5EF4-FFF2-40B4-BE49-F238E27FC236}">
                <a16:creationId xmlns:a16="http://schemas.microsoft.com/office/drawing/2014/main" id="{0E07F881-6CB7-6AD9-8F87-EA5B12B255DA}"/>
              </a:ext>
            </a:extLst>
          </p:cNvPr>
          <p:cNvSpPr txBox="1"/>
          <p:nvPr/>
        </p:nvSpPr>
        <p:spPr>
          <a:xfrm>
            <a:off x="2187631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SQL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3" name="Google Shape;1763;p61">
            <a:extLst>
              <a:ext uri="{FF2B5EF4-FFF2-40B4-BE49-F238E27FC236}">
                <a16:creationId xmlns:a16="http://schemas.microsoft.com/office/drawing/2014/main" id="{7BD584A7-8026-B288-F317-1AA6175DE181}"/>
              </a:ext>
            </a:extLst>
          </p:cNvPr>
          <p:cNvSpPr txBox="1"/>
          <p:nvPr/>
        </p:nvSpPr>
        <p:spPr>
          <a:xfrm>
            <a:off x="2188023" y="3386953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SQLite to store the data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59" name="Google Shape;1759;p61">
            <a:extLst>
              <a:ext uri="{FF2B5EF4-FFF2-40B4-BE49-F238E27FC236}">
                <a16:creationId xmlns:a16="http://schemas.microsoft.com/office/drawing/2014/main" id="{DBBF8055-AE1B-2E32-660D-75E1E48B7A60}"/>
              </a:ext>
            </a:extLst>
          </p:cNvPr>
          <p:cNvSpPr/>
          <p:nvPr/>
        </p:nvSpPr>
        <p:spPr>
          <a:xfrm>
            <a:off x="18055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6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64" name="Google Shape;1764;p61">
            <a:extLst>
              <a:ext uri="{FF2B5EF4-FFF2-40B4-BE49-F238E27FC236}">
                <a16:creationId xmlns:a16="http://schemas.microsoft.com/office/drawing/2014/main" id="{EB1DDF05-C89E-9EA0-B61A-61863F426411}"/>
              </a:ext>
            </a:extLst>
          </p:cNvPr>
          <p:cNvSpPr/>
          <p:nvPr/>
        </p:nvSpPr>
        <p:spPr>
          <a:xfrm>
            <a:off x="1468199" y="1646905"/>
            <a:ext cx="1365031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Backend</a:t>
            </a:r>
            <a:endParaRPr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65" name="Google Shape;1765;p61">
            <a:extLst>
              <a:ext uri="{FF2B5EF4-FFF2-40B4-BE49-F238E27FC236}">
                <a16:creationId xmlns:a16="http://schemas.microsoft.com/office/drawing/2014/main" id="{475AB6EF-B975-D319-E021-DF1A6096A4F0}"/>
              </a:ext>
            </a:extLst>
          </p:cNvPr>
          <p:cNvCxnSpPr>
            <a:stCxn id="1766" idx="0"/>
            <a:endCxn id="1767" idx="6"/>
          </p:cNvCxnSpPr>
          <p:nvPr/>
        </p:nvCxnSpPr>
        <p:spPr>
          <a:xfrm rot="-5400000">
            <a:off x="6352921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68" name="Google Shape;1768;p61">
            <a:extLst>
              <a:ext uri="{FF2B5EF4-FFF2-40B4-BE49-F238E27FC236}">
                <a16:creationId xmlns:a16="http://schemas.microsoft.com/office/drawing/2014/main" id="{CC6CE36E-0DCB-6742-6AA9-85C35BE4A0BA}"/>
              </a:ext>
            </a:extLst>
          </p:cNvPr>
          <p:cNvCxnSpPr>
            <a:stCxn id="1769" idx="0"/>
            <a:endCxn id="1767" idx="2"/>
          </p:cNvCxnSpPr>
          <p:nvPr/>
        </p:nvCxnSpPr>
        <p:spPr>
          <a:xfrm rot="5400000" flipH="1">
            <a:off x="7380451" y="2650822"/>
            <a:ext cx="355800" cy="440100"/>
          </a:xfrm>
          <a:prstGeom prst="bentConnector2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66" name="Google Shape;1766;p61">
            <a:extLst>
              <a:ext uri="{FF2B5EF4-FFF2-40B4-BE49-F238E27FC236}">
                <a16:creationId xmlns:a16="http://schemas.microsoft.com/office/drawing/2014/main" id="{6DEB27E2-F735-EE43-3A8C-513EC0521B1E}"/>
              </a:ext>
            </a:extLst>
          </p:cNvPr>
          <p:cNvSpPr txBox="1"/>
          <p:nvPr/>
        </p:nvSpPr>
        <p:spPr>
          <a:xfrm>
            <a:off x="5665171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Template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70" name="Google Shape;1770;p61">
            <a:extLst>
              <a:ext uri="{FF2B5EF4-FFF2-40B4-BE49-F238E27FC236}">
                <a16:creationId xmlns:a16="http://schemas.microsoft.com/office/drawing/2014/main" id="{E98C2A32-F54F-774E-2E4C-797127639B2A}"/>
              </a:ext>
            </a:extLst>
          </p:cNvPr>
          <p:cNvSpPr txBox="1"/>
          <p:nvPr/>
        </p:nvSpPr>
        <p:spPr>
          <a:xfrm>
            <a:off x="5665172" y="3386951"/>
            <a:ext cx="1291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Used HTML, CSS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69" name="Google Shape;1769;p61">
            <a:extLst>
              <a:ext uri="{FF2B5EF4-FFF2-40B4-BE49-F238E27FC236}">
                <a16:creationId xmlns:a16="http://schemas.microsoft.com/office/drawing/2014/main" id="{664B4147-436E-F0CE-2550-F7157CC67339}"/>
              </a:ext>
            </a:extLst>
          </p:cNvPr>
          <p:cNvSpPr txBox="1"/>
          <p:nvPr/>
        </p:nvSpPr>
        <p:spPr>
          <a:xfrm>
            <a:off x="7132801" y="3048772"/>
            <a:ext cx="12912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JS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71" name="Google Shape;1771;p61">
            <a:extLst>
              <a:ext uri="{FF2B5EF4-FFF2-40B4-BE49-F238E27FC236}">
                <a16:creationId xmlns:a16="http://schemas.microsoft.com/office/drawing/2014/main" id="{ED8AC19F-2AE6-6A6D-985E-BB20F242266B}"/>
              </a:ext>
            </a:extLst>
          </p:cNvPr>
          <p:cNvSpPr txBox="1"/>
          <p:nvPr/>
        </p:nvSpPr>
        <p:spPr>
          <a:xfrm>
            <a:off x="7132803" y="3386951"/>
            <a:ext cx="137186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To make pages interactive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767" name="Google Shape;1767;p61">
            <a:extLst>
              <a:ext uri="{FF2B5EF4-FFF2-40B4-BE49-F238E27FC236}">
                <a16:creationId xmlns:a16="http://schemas.microsoft.com/office/drawing/2014/main" id="{AC1345D4-732F-3FA2-FCFD-FC3A4153DAD1}"/>
              </a:ext>
            </a:extLst>
          </p:cNvPr>
          <p:cNvSpPr/>
          <p:nvPr/>
        </p:nvSpPr>
        <p:spPr>
          <a:xfrm flipH="1">
            <a:off x="6750750" y="2399173"/>
            <a:ext cx="587700" cy="58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26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72" name="Google Shape;1772;p61">
            <a:extLst>
              <a:ext uri="{FF2B5EF4-FFF2-40B4-BE49-F238E27FC236}">
                <a16:creationId xmlns:a16="http://schemas.microsoft.com/office/drawing/2014/main" id="{FB5CD639-4922-7B75-4864-F7D8EF556F28}"/>
              </a:ext>
            </a:extLst>
          </p:cNvPr>
          <p:cNvSpPr/>
          <p:nvPr/>
        </p:nvSpPr>
        <p:spPr>
          <a:xfrm>
            <a:off x="6413400" y="1646905"/>
            <a:ext cx="1365001" cy="390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Frontend</a:t>
            </a:r>
            <a:endParaRPr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73" name="Google Shape;1773;p61">
            <a:extLst>
              <a:ext uri="{FF2B5EF4-FFF2-40B4-BE49-F238E27FC236}">
                <a16:creationId xmlns:a16="http://schemas.microsoft.com/office/drawing/2014/main" id="{8CBF6E28-3517-DB35-ABE2-6D36F1BC52C7}"/>
              </a:ext>
            </a:extLst>
          </p:cNvPr>
          <p:cNvCxnSpPr>
            <a:cxnSpLocks/>
            <a:stCxn id="1764" idx="2"/>
            <a:endCxn id="1759" idx="0"/>
          </p:cNvCxnSpPr>
          <p:nvPr/>
        </p:nvCxnSpPr>
        <p:spPr>
          <a:xfrm flipH="1">
            <a:off x="2099400" y="2037505"/>
            <a:ext cx="51315" cy="3616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74" name="Google Shape;1774;p61">
            <a:extLst>
              <a:ext uri="{FF2B5EF4-FFF2-40B4-BE49-F238E27FC236}">
                <a16:creationId xmlns:a16="http://schemas.microsoft.com/office/drawing/2014/main" id="{A21E0734-46E1-17ED-6151-271C648E23E3}"/>
              </a:ext>
            </a:extLst>
          </p:cNvPr>
          <p:cNvCxnSpPr>
            <a:stCxn id="1756" idx="2"/>
            <a:endCxn id="1755" idx="0"/>
          </p:cNvCxnSpPr>
          <p:nvPr/>
        </p:nvCxnSpPr>
        <p:spPr>
          <a:xfrm>
            <a:off x="4572000" y="2037513"/>
            <a:ext cx="0" cy="36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75" name="Google Shape;1775;p61">
            <a:extLst>
              <a:ext uri="{FF2B5EF4-FFF2-40B4-BE49-F238E27FC236}">
                <a16:creationId xmlns:a16="http://schemas.microsoft.com/office/drawing/2014/main" id="{8020850B-73C1-E4C8-8BB5-E3AA493E37C8}"/>
              </a:ext>
            </a:extLst>
          </p:cNvPr>
          <p:cNvCxnSpPr>
            <a:endCxn id="1767" idx="0"/>
          </p:cNvCxnSpPr>
          <p:nvPr/>
        </p:nvCxnSpPr>
        <p:spPr>
          <a:xfrm>
            <a:off x="7044600" y="2037373"/>
            <a:ext cx="0" cy="36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0000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6" grpId="0"/>
      <p:bldP spid="1770" grpId="0"/>
      <p:bldP spid="1769" grpId="0"/>
      <p:bldP spid="1771" grpId="0"/>
      <p:bldP spid="1767" grpId="0"/>
      <p:bldP spid="17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 did?</a:t>
            </a:r>
            <a:endParaRPr dirty="0"/>
          </a:p>
        </p:txBody>
      </p:sp>
      <p:sp>
        <p:nvSpPr>
          <p:cNvPr id="1253" name="Google Shape;1253;p46"/>
          <p:cNvSpPr txBox="1">
            <a:spLocks noGrp="1"/>
          </p:cNvSpPr>
          <p:nvPr>
            <p:ph type="subTitle" idx="1"/>
          </p:nvPr>
        </p:nvSpPr>
        <p:spPr>
          <a:xfrm>
            <a:off x="109002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Made all the templates and displayed data using Jinja.</a:t>
            </a:r>
            <a:endParaRPr dirty="0"/>
          </a:p>
        </p:txBody>
      </p:sp>
      <p:sp>
        <p:nvSpPr>
          <p:cNvPr id="1256" name="Google Shape;1256;p46"/>
          <p:cNvSpPr txBox="1">
            <a:spLocks noGrp="1"/>
          </p:cNvSpPr>
          <p:nvPr>
            <p:ph type="subTitle" idx="4"/>
          </p:nvPr>
        </p:nvSpPr>
        <p:spPr>
          <a:xfrm>
            <a:off x="109002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</a:t>
            </a:r>
            <a:endParaRPr dirty="0"/>
          </a:p>
        </p:txBody>
      </p:sp>
      <p:grpSp>
        <p:nvGrpSpPr>
          <p:cNvPr id="1259" name="Google Shape;1259;p46"/>
          <p:cNvGrpSpPr/>
          <p:nvPr/>
        </p:nvGrpSpPr>
        <p:grpSpPr>
          <a:xfrm>
            <a:off x="1984093" y="2004341"/>
            <a:ext cx="387166" cy="386422"/>
            <a:chOff x="1096400" y="4362025"/>
            <a:chExt cx="364700" cy="364000"/>
          </a:xfrm>
        </p:grpSpPr>
        <p:sp>
          <p:nvSpPr>
            <p:cNvPr id="1260" name="Google Shape;1260;p46"/>
            <p:cNvSpPr/>
            <p:nvPr/>
          </p:nvSpPr>
          <p:spPr>
            <a:xfrm>
              <a:off x="1097100" y="4362025"/>
              <a:ext cx="364000" cy="235125"/>
            </a:xfrm>
            <a:custGeom>
              <a:avLst/>
              <a:gdLst/>
              <a:ahLst/>
              <a:cxnLst/>
              <a:rect l="l" t="t" r="r" b="b"/>
              <a:pathLst>
                <a:path w="14560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12611" y="9405"/>
                  </a:lnTo>
                  <a:cubicBezTo>
                    <a:pt x="13693" y="9405"/>
                    <a:pt x="14559" y="8539"/>
                    <a:pt x="14559" y="7456"/>
                  </a:cubicBezTo>
                  <a:lnTo>
                    <a:pt x="14559" y="1949"/>
                  </a:lnTo>
                  <a:cubicBezTo>
                    <a:pt x="14559" y="867"/>
                    <a:pt x="13693" y="1"/>
                    <a:pt x="12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/>
            <p:cNvSpPr/>
            <p:nvPr/>
          </p:nvSpPr>
          <p:spPr>
            <a:xfrm>
              <a:off x="1097100" y="4362025"/>
              <a:ext cx="71050" cy="235125"/>
            </a:xfrm>
            <a:custGeom>
              <a:avLst/>
              <a:gdLst/>
              <a:ahLst/>
              <a:cxnLst/>
              <a:rect l="l" t="t" r="r" b="b"/>
              <a:pathLst>
                <a:path w="2842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2842" y="9405"/>
                  </a:lnTo>
                  <a:cubicBezTo>
                    <a:pt x="1759" y="9405"/>
                    <a:pt x="893" y="8539"/>
                    <a:pt x="893" y="7456"/>
                  </a:cubicBezTo>
                  <a:lnTo>
                    <a:pt x="893" y="1949"/>
                  </a:lnTo>
                  <a:cubicBezTo>
                    <a:pt x="893" y="867"/>
                    <a:pt x="1759" y="1"/>
                    <a:pt x="2842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/>
            <p:cNvSpPr/>
            <p:nvPr/>
          </p:nvSpPr>
          <p:spPr>
            <a:xfrm>
              <a:off x="1142750" y="4554175"/>
              <a:ext cx="273025" cy="124500"/>
            </a:xfrm>
            <a:custGeom>
              <a:avLst/>
              <a:gdLst/>
              <a:ahLst/>
              <a:cxnLst/>
              <a:rect l="l" t="t" r="r" b="b"/>
              <a:pathLst>
                <a:path w="10921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0920" y="4980"/>
                  </a:lnTo>
                  <a:lnTo>
                    <a:pt x="10920" y="1827"/>
                  </a:lnTo>
                  <a:cubicBezTo>
                    <a:pt x="10920" y="812"/>
                    <a:pt x="10108" y="0"/>
                    <a:pt x="9094" y="0"/>
                  </a:cubicBezTo>
                  <a:cubicBezTo>
                    <a:pt x="8092" y="0"/>
                    <a:pt x="7280" y="812"/>
                    <a:pt x="7280" y="1827"/>
                  </a:cubicBezTo>
                  <a:cubicBezTo>
                    <a:pt x="7253" y="839"/>
                    <a:pt x="6442" y="54"/>
                    <a:pt x="5454" y="54"/>
                  </a:cubicBezTo>
                  <a:cubicBezTo>
                    <a:pt x="4466" y="54"/>
                    <a:pt x="3668" y="839"/>
                    <a:pt x="3641" y="1827"/>
                  </a:cubicBezTo>
                  <a:cubicBezTo>
                    <a:pt x="3641" y="812"/>
                    <a:pt x="2815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/>
            <p:cNvSpPr/>
            <p:nvPr/>
          </p:nvSpPr>
          <p:spPr>
            <a:xfrm>
              <a:off x="1142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17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/>
            <p:cNvSpPr/>
            <p:nvPr/>
          </p:nvSpPr>
          <p:spPr>
            <a:xfrm>
              <a:off x="1233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/>
            <p:cNvSpPr/>
            <p:nvPr/>
          </p:nvSpPr>
          <p:spPr>
            <a:xfrm>
              <a:off x="1324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0" y="812"/>
                    <a:pt x="0" y="1827"/>
                  </a:cubicBezTo>
                  <a:lnTo>
                    <a:pt x="0" y="4980"/>
                  </a:lnTo>
                  <a:lnTo>
                    <a:pt x="1218" y="4980"/>
                  </a:lnTo>
                  <a:lnTo>
                    <a:pt x="1218" y="1827"/>
                  </a:lnTo>
                  <a:cubicBezTo>
                    <a:pt x="1218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6"/>
            <p:cNvSpPr/>
            <p:nvPr/>
          </p:nvSpPr>
          <p:spPr>
            <a:xfrm>
              <a:off x="1097100" y="4474000"/>
              <a:ext cx="117050" cy="11175"/>
            </a:xfrm>
            <a:custGeom>
              <a:avLst/>
              <a:gdLst/>
              <a:ahLst/>
              <a:cxnLst/>
              <a:rect l="l" t="t" r="r" b="b"/>
              <a:pathLst>
                <a:path w="4682" h="447" extrusionOk="0">
                  <a:moveTo>
                    <a:pt x="0" y="0"/>
                  </a:moveTo>
                  <a:lnTo>
                    <a:pt x="0" y="447"/>
                  </a:lnTo>
                  <a:lnTo>
                    <a:pt x="4682" y="44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6"/>
            <p:cNvSpPr/>
            <p:nvPr/>
          </p:nvSpPr>
          <p:spPr>
            <a:xfrm>
              <a:off x="1334225" y="4474000"/>
              <a:ext cx="126875" cy="11175"/>
            </a:xfrm>
            <a:custGeom>
              <a:avLst/>
              <a:gdLst/>
              <a:ahLst/>
              <a:cxnLst/>
              <a:rect l="l" t="t" r="r" b="b"/>
              <a:pathLst>
                <a:path w="5075" h="447" extrusionOk="0">
                  <a:moveTo>
                    <a:pt x="0" y="0"/>
                  </a:moveTo>
                  <a:lnTo>
                    <a:pt x="0" y="447"/>
                  </a:lnTo>
                  <a:lnTo>
                    <a:pt x="5074" y="447"/>
                  </a:lnTo>
                  <a:lnTo>
                    <a:pt x="50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1273675" y="4362025"/>
              <a:ext cx="10850" cy="51775"/>
            </a:xfrm>
            <a:custGeom>
              <a:avLst/>
              <a:gdLst/>
              <a:ahLst/>
              <a:cxnLst/>
              <a:rect l="l" t="t" r="r" b="b"/>
              <a:pathLst>
                <a:path w="434" h="2071" extrusionOk="0">
                  <a:moveTo>
                    <a:pt x="0" y="1"/>
                  </a:moveTo>
                  <a:lnTo>
                    <a:pt x="0" y="2071"/>
                  </a:lnTo>
                  <a:lnTo>
                    <a:pt x="433" y="2071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1096400" y="4618450"/>
              <a:ext cx="364700" cy="107575"/>
            </a:xfrm>
            <a:custGeom>
              <a:avLst/>
              <a:gdLst/>
              <a:ahLst/>
              <a:cxnLst/>
              <a:rect l="l" t="t" r="r" b="b"/>
              <a:pathLst>
                <a:path w="14588" h="4303" extrusionOk="0">
                  <a:moveTo>
                    <a:pt x="1855" y="0"/>
                  </a:moveTo>
                  <a:cubicBezTo>
                    <a:pt x="826" y="0"/>
                    <a:pt x="1" y="853"/>
                    <a:pt x="28" y="1881"/>
                  </a:cubicBezTo>
                  <a:lnTo>
                    <a:pt x="28" y="4303"/>
                  </a:lnTo>
                  <a:lnTo>
                    <a:pt x="14587" y="4303"/>
                  </a:lnTo>
                  <a:lnTo>
                    <a:pt x="14587" y="1881"/>
                  </a:lnTo>
                  <a:cubicBezTo>
                    <a:pt x="14587" y="888"/>
                    <a:pt x="13789" y="68"/>
                    <a:pt x="12799" y="68"/>
                  </a:cubicBezTo>
                  <a:cubicBezTo>
                    <a:pt x="12790" y="68"/>
                    <a:pt x="12782" y="68"/>
                    <a:pt x="12774" y="68"/>
                  </a:cubicBezTo>
                  <a:cubicBezTo>
                    <a:pt x="11797" y="68"/>
                    <a:pt x="10988" y="841"/>
                    <a:pt x="10949" y="1809"/>
                  </a:cubicBezTo>
                  <a:lnTo>
                    <a:pt x="10949" y="1809"/>
                  </a:lnTo>
                  <a:cubicBezTo>
                    <a:pt x="10949" y="813"/>
                    <a:pt x="10139" y="0"/>
                    <a:pt x="9134" y="0"/>
                  </a:cubicBezTo>
                  <a:cubicBezTo>
                    <a:pt x="8147" y="0"/>
                    <a:pt x="7347" y="786"/>
                    <a:pt x="7309" y="1759"/>
                  </a:cubicBezTo>
                  <a:lnTo>
                    <a:pt x="7309" y="1759"/>
                  </a:lnTo>
                  <a:cubicBezTo>
                    <a:pt x="7282" y="786"/>
                    <a:pt x="6482" y="0"/>
                    <a:pt x="5495" y="0"/>
                  </a:cubicBezTo>
                  <a:cubicBezTo>
                    <a:pt x="4499" y="0"/>
                    <a:pt x="3694" y="798"/>
                    <a:pt x="3668" y="1782"/>
                  </a:cubicBezTo>
                  <a:lnTo>
                    <a:pt x="3668" y="1782"/>
                  </a:lnTo>
                  <a:cubicBezTo>
                    <a:pt x="3642" y="798"/>
                    <a:pt x="2850" y="0"/>
                    <a:pt x="18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1097100" y="4620125"/>
              <a:ext cx="60575" cy="105900"/>
            </a:xfrm>
            <a:custGeom>
              <a:avLst/>
              <a:gdLst/>
              <a:ahLst/>
              <a:cxnLst/>
              <a:rect l="l" t="t" r="r" b="b"/>
              <a:pathLst>
                <a:path w="2423" h="4236" extrusionOk="0">
                  <a:moveTo>
                    <a:pt x="1827" y="1"/>
                  </a:moveTo>
                  <a:cubicBezTo>
                    <a:pt x="812" y="1"/>
                    <a:pt x="0" y="813"/>
                    <a:pt x="0" y="1814"/>
                  </a:cubicBezTo>
                  <a:lnTo>
                    <a:pt x="0" y="4236"/>
                  </a:lnTo>
                  <a:lnTo>
                    <a:pt x="1218" y="4236"/>
                  </a:lnTo>
                  <a:lnTo>
                    <a:pt x="1218" y="1814"/>
                  </a:lnTo>
                  <a:cubicBezTo>
                    <a:pt x="1218" y="1043"/>
                    <a:pt x="1705" y="353"/>
                    <a:pt x="2422" y="95"/>
                  </a:cubicBezTo>
                  <a:cubicBezTo>
                    <a:pt x="2233" y="28"/>
                    <a:pt x="2030" y="1"/>
                    <a:pt x="1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1188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23" y="106"/>
                  </a:cubicBezTo>
                  <a:lnTo>
                    <a:pt x="2436" y="106"/>
                  </a:ln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/>
            <p:cNvSpPr/>
            <p:nvPr/>
          </p:nvSpPr>
          <p:spPr>
            <a:xfrm>
              <a:off x="1279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36" y="106"/>
                  </a:cubicBez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/>
            <p:cNvSpPr/>
            <p:nvPr/>
          </p:nvSpPr>
          <p:spPr>
            <a:xfrm>
              <a:off x="1370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16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8" y="4247"/>
                  </a:lnTo>
                  <a:lnTo>
                    <a:pt x="1218" y="1825"/>
                  </a:lnTo>
                  <a:cubicBezTo>
                    <a:pt x="1218" y="1054"/>
                    <a:pt x="1706" y="364"/>
                    <a:pt x="2436" y="106"/>
                  </a:cubicBezTo>
                  <a:lnTo>
                    <a:pt x="2423" y="106"/>
                  </a:lnTo>
                  <a:cubicBezTo>
                    <a:pt x="2220" y="34"/>
                    <a:pt x="2016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>
              <a:off x="1196200" y="4404850"/>
              <a:ext cx="157675" cy="149500"/>
            </a:xfrm>
            <a:custGeom>
              <a:avLst/>
              <a:gdLst/>
              <a:ahLst/>
              <a:cxnLst/>
              <a:rect l="l" t="t" r="r" b="b"/>
              <a:pathLst>
                <a:path w="6307" h="5980" extrusionOk="0">
                  <a:moveTo>
                    <a:pt x="3316" y="0"/>
                  </a:moveTo>
                  <a:cubicBezTo>
                    <a:pt x="2740" y="0"/>
                    <a:pt x="2160" y="166"/>
                    <a:pt x="1651" y="507"/>
                  </a:cubicBezTo>
                  <a:cubicBezTo>
                    <a:pt x="461" y="1291"/>
                    <a:pt x="1" y="2820"/>
                    <a:pt x="555" y="4133"/>
                  </a:cubicBezTo>
                  <a:cubicBezTo>
                    <a:pt x="1019" y="5270"/>
                    <a:pt x="2120" y="5979"/>
                    <a:pt x="3303" y="5979"/>
                  </a:cubicBezTo>
                  <a:cubicBezTo>
                    <a:pt x="3500" y="5979"/>
                    <a:pt x="3699" y="5960"/>
                    <a:pt x="3898" y="5919"/>
                  </a:cubicBezTo>
                  <a:cubicBezTo>
                    <a:pt x="5291" y="5648"/>
                    <a:pt x="6306" y="4417"/>
                    <a:pt x="6306" y="2996"/>
                  </a:cubicBezTo>
                  <a:cubicBezTo>
                    <a:pt x="6306" y="2198"/>
                    <a:pt x="5995" y="1440"/>
                    <a:pt x="5427" y="872"/>
                  </a:cubicBezTo>
                  <a:cubicBezTo>
                    <a:pt x="4853" y="298"/>
                    <a:pt x="4088" y="0"/>
                    <a:pt x="3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>
              <a:off x="1212775" y="4418850"/>
              <a:ext cx="127225" cy="121475"/>
            </a:xfrm>
            <a:custGeom>
              <a:avLst/>
              <a:gdLst/>
              <a:ahLst/>
              <a:cxnLst/>
              <a:rect l="l" t="t" r="r" b="b"/>
              <a:pathLst>
                <a:path w="5089" h="4859" extrusionOk="0">
                  <a:moveTo>
                    <a:pt x="2653" y="1"/>
                  </a:moveTo>
                  <a:cubicBezTo>
                    <a:pt x="1313" y="1"/>
                    <a:pt x="231" y="1097"/>
                    <a:pt x="231" y="2436"/>
                  </a:cubicBezTo>
                  <a:cubicBezTo>
                    <a:pt x="231" y="3762"/>
                    <a:pt x="1313" y="4858"/>
                    <a:pt x="2653" y="4858"/>
                  </a:cubicBezTo>
                  <a:cubicBezTo>
                    <a:pt x="3992" y="4858"/>
                    <a:pt x="5075" y="3762"/>
                    <a:pt x="5088" y="2436"/>
                  </a:cubicBezTo>
                  <a:cubicBezTo>
                    <a:pt x="5088" y="2288"/>
                    <a:pt x="4977" y="2213"/>
                    <a:pt x="4865" y="2213"/>
                  </a:cubicBezTo>
                  <a:cubicBezTo>
                    <a:pt x="4753" y="2213"/>
                    <a:pt x="4642" y="2288"/>
                    <a:pt x="4642" y="2436"/>
                  </a:cubicBezTo>
                  <a:cubicBezTo>
                    <a:pt x="4642" y="3626"/>
                    <a:pt x="3664" y="4419"/>
                    <a:pt x="2642" y="4419"/>
                  </a:cubicBezTo>
                  <a:cubicBezTo>
                    <a:pt x="2153" y="4419"/>
                    <a:pt x="1653" y="4237"/>
                    <a:pt x="1246" y="3830"/>
                  </a:cubicBezTo>
                  <a:cubicBezTo>
                    <a:pt x="1" y="2585"/>
                    <a:pt x="880" y="447"/>
                    <a:pt x="2653" y="447"/>
                  </a:cubicBezTo>
                  <a:cubicBezTo>
                    <a:pt x="2950" y="447"/>
                    <a:pt x="2950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3" grpId="0" build="p"/>
      <p:bldP spid="125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>
          <a:extLst>
            <a:ext uri="{FF2B5EF4-FFF2-40B4-BE49-F238E27FC236}">
              <a16:creationId xmlns:a16="http://schemas.microsoft.com/office/drawing/2014/main" id="{F493E02C-DDEE-D776-802E-443A93D2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6">
            <a:extLst>
              <a:ext uri="{FF2B5EF4-FFF2-40B4-BE49-F238E27FC236}">
                <a16:creationId xmlns:a16="http://schemas.microsoft.com/office/drawing/2014/main" id="{26F9F621-AD2E-9D4D-8667-6621CE499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 did?</a:t>
            </a:r>
            <a:endParaRPr dirty="0"/>
          </a:p>
        </p:txBody>
      </p:sp>
      <p:sp>
        <p:nvSpPr>
          <p:cNvPr id="1253" name="Google Shape;1253;p46">
            <a:extLst>
              <a:ext uri="{FF2B5EF4-FFF2-40B4-BE49-F238E27FC236}">
                <a16:creationId xmlns:a16="http://schemas.microsoft.com/office/drawing/2014/main" id="{BB8B3C79-76A6-58E1-4F66-7C43A1955F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002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Made all the templates and displayed data using Jinja.</a:t>
            </a:r>
            <a:endParaRPr dirty="0"/>
          </a:p>
        </p:txBody>
      </p:sp>
      <p:sp>
        <p:nvSpPr>
          <p:cNvPr id="1254" name="Google Shape;1254;p46">
            <a:extLst>
              <a:ext uri="{FF2B5EF4-FFF2-40B4-BE49-F238E27FC236}">
                <a16:creationId xmlns:a16="http://schemas.microsoft.com/office/drawing/2014/main" id="{31ED0150-B87B-B953-203D-4D75128129E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84347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Provided beautiful UI and colors to the website and made it dynamic.</a:t>
            </a:r>
            <a:endParaRPr dirty="0"/>
          </a:p>
        </p:txBody>
      </p:sp>
      <p:sp>
        <p:nvSpPr>
          <p:cNvPr id="1256" name="Google Shape;1256;p46">
            <a:extLst>
              <a:ext uri="{FF2B5EF4-FFF2-40B4-BE49-F238E27FC236}">
                <a16:creationId xmlns:a16="http://schemas.microsoft.com/office/drawing/2014/main" id="{14CE2789-2713-E011-2A35-58A043C8A7F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9002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</a:t>
            </a:r>
            <a:endParaRPr dirty="0"/>
          </a:p>
        </p:txBody>
      </p:sp>
      <p:sp>
        <p:nvSpPr>
          <p:cNvPr id="1257" name="Google Shape;1257;p46">
            <a:extLst>
              <a:ext uri="{FF2B5EF4-FFF2-40B4-BE49-F238E27FC236}">
                <a16:creationId xmlns:a16="http://schemas.microsoft.com/office/drawing/2014/main" id="{56A787A3-9B68-A1E1-7724-4CB9D2F44BA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4347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CSS</a:t>
            </a:r>
            <a:endParaRPr dirty="0"/>
          </a:p>
        </p:txBody>
      </p:sp>
      <p:grpSp>
        <p:nvGrpSpPr>
          <p:cNvPr id="1259" name="Google Shape;1259;p46">
            <a:extLst>
              <a:ext uri="{FF2B5EF4-FFF2-40B4-BE49-F238E27FC236}">
                <a16:creationId xmlns:a16="http://schemas.microsoft.com/office/drawing/2014/main" id="{289AC7FC-9E95-50B4-4050-480D7ABB8C10}"/>
              </a:ext>
            </a:extLst>
          </p:cNvPr>
          <p:cNvGrpSpPr/>
          <p:nvPr/>
        </p:nvGrpSpPr>
        <p:grpSpPr>
          <a:xfrm>
            <a:off x="1984093" y="2004341"/>
            <a:ext cx="387166" cy="386422"/>
            <a:chOff x="1096400" y="4362025"/>
            <a:chExt cx="364700" cy="364000"/>
          </a:xfrm>
        </p:grpSpPr>
        <p:sp>
          <p:nvSpPr>
            <p:cNvPr id="1260" name="Google Shape;1260;p46">
              <a:extLst>
                <a:ext uri="{FF2B5EF4-FFF2-40B4-BE49-F238E27FC236}">
                  <a16:creationId xmlns:a16="http://schemas.microsoft.com/office/drawing/2014/main" id="{641BA5F1-57A6-881E-36A3-0C34C04504CF}"/>
                </a:ext>
              </a:extLst>
            </p:cNvPr>
            <p:cNvSpPr/>
            <p:nvPr/>
          </p:nvSpPr>
          <p:spPr>
            <a:xfrm>
              <a:off x="1097100" y="4362025"/>
              <a:ext cx="364000" cy="235125"/>
            </a:xfrm>
            <a:custGeom>
              <a:avLst/>
              <a:gdLst/>
              <a:ahLst/>
              <a:cxnLst/>
              <a:rect l="l" t="t" r="r" b="b"/>
              <a:pathLst>
                <a:path w="14560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12611" y="9405"/>
                  </a:lnTo>
                  <a:cubicBezTo>
                    <a:pt x="13693" y="9405"/>
                    <a:pt x="14559" y="8539"/>
                    <a:pt x="14559" y="7456"/>
                  </a:cubicBezTo>
                  <a:lnTo>
                    <a:pt x="14559" y="1949"/>
                  </a:lnTo>
                  <a:cubicBezTo>
                    <a:pt x="14559" y="867"/>
                    <a:pt x="13693" y="1"/>
                    <a:pt x="12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>
              <a:extLst>
                <a:ext uri="{FF2B5EF4-FFF2-40B4-BE49-F238E27FC236}">
                  <a16:creationId xmlns:a16="http://schemas.microsoft.com/office/drawing/2014/main" id="{C81AB9F4-040B-5982-A1B2-9793618F9BE9}"/>
                </a:ext>
              </a:extLst>
            </p:cNvPr>
            <p:cNvSpPr/>
            <p:nvPr/>
          </p:nvSpPr>
          <p:spPr>
            <a:xfrm>
              <a:off x="1097100" y="4362025"/>
              <a:ext cx="71050" cy="235125"/>
            </a:xfrm>
            <a:custGeom>
              <a:avLst/>
              <a:gdLst/>
              <a:ahLst/>
              <a:cxnLst/>
              <a:rect l="l" t="t" r="r" b="b"/>
              <a:pathLst>
                <a:path w="2842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2842" y="9405"/>
                  </a:lnTo>
                  <a:cubicBezTo>
                    <a:pt x="1759" y="9405"/>
                    <a:pt x="893" y="8539"/>
                    <a:pt x="893" y="7456"/>
                  </a:cubicBezTo>
                  <a:lnTo>
                    <a:pt x="893" y="1949"/>
                  </a:lnTo>
                  <a:cubicBezTo>
                    <a:pt x="893" y="867"/>
                    <a:pt x="1759" y="1"/>
                    <a:pt x="2842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>
              <a:extLst>
                <a:ext uri="{FF2B5EF4-FFF2-40B4-BE49-F238E27FC236}">
                  <a16:creationId xmlns:a16="http://schemas.microsoft.com/office/drawing/2014/main" id="{637BD87B-0E45-56AB-9148-AF2A7D51620F}"/>
                </a:ext>
              </a:extLst>
            </p:cNvPr>
            <p:cNvSpPr/>
            <p:nvPr/>
          </p:nvSpPr>
          <p:spPr>
            <a:xfrm>
              <a:off x="1142750" y="4554175"/>
              <a:ext cx="273025" cy="124500"/>
            </a:xfrm>
            <a:custGeom>
              <a:avLst/>
              <a:gdLst/>
              <a:ahLst/>
              <a:cxnLst/>
              <a:rect l="l" t="t" r="r" b="b"/>
              <a:pathLst>
                <a:path w="10921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0920" y="4980"/>
                  </a:lnTo>
                  <a:lnTo>
                    <a:pt x="10920" y="1827"/>
                  </a:lnTo>
                  <a:cubicBezTo>
                    <a:pt x="10920" y="812"/>
                    <a:pt x="10108" y="0"/>
                    <a:pt x="9094" y="0"/>
                  </a:cubicBezTo>
                  <a:cubicBezTo>
                    <a:pt x="8092" y="0"/>
                    <a:pt x="7280" y="812"/>
                    <a:pt x="7280" y="1827"/>
                  </a:cubicBezTo>
                  <a:cubicBezTo>
                    <a:pt x="7253" y="839"/>
                    <a:pt x="6442" y="54"/>
                    <a:pt x="5454" y="54"/>
                  </a:cubicBezTo>
                  <a:cubicBezTo>
                    <a:pt x="4466" y="54"/>
                    <a:pt x="3668" y="839"/>
                    <a:pt x="3641" y="1827"/>
                  </a:cubicBezTo>
                  <a:cubicBezTo>
                    <a:pt x="3641" y="812"/>
                    <a:pt x="2815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>
              <a:extLst>
                <a:ext uri="{FF2B5EF4-FFF2-40B4-BE49-F238E27FC236}">
                  <a16:creationId xmlns:a16="http://schemas.microsoft.com/office/drawing/2014/main" id="{579570C0-22C7-91F7-496E-999CED528825}"/>
                </a:ext>
              </a:extLst>
            </p:cNvPr>
            <p:cNvSpPr/>
            <p:nvPr/>
          </p:nvSpPr>
          <p:spPr>
            <a:xfrm>
              <a:off x="1142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17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>
              <a:extLst>
                <a:ext uri="{FF2B5EF4-FFF2-40B4-BE49-F238E27FC236}">
                  <a16:creationId xmlns:a16="http://schemas.microsoft.com/office/drawing/2014/main" id="{FB229BAF-19FD-39E7-D30D-C37BCF81D474}"/>
                </a:ext>
              </a:extLst>
            </p:cNvPr>
            <p:cNvSpPr/>
            <p:nvPr/>
          </p:nvSpPr>
          <p:spPr>
            <a:xfrm>
              <a:off x="1233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>
              <a:extLst>
                <a:ext uri="{FF2B5EF4-FFF2-40B4-BE49-F238E27FC236}">
                  <a16:creationId xmlns:a16="http://schemas.microsoft.com/office/drawing/2014/main" id="{9F02D3A2-EC4B-57E3-7178-233219E64439}"/>
                </a:ext>
              </a:extLst>
            </p:cNvPr>
            <p:cNvSpPr/>
            <p:nvPr/>
          </p:nvSpPr>
          <p:spPr>
            <a:xfrm>
              <a:off x="1324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0" y="812"/>
                    <a:pt x="0" y="1827"/>
                  </a:cubicBezTo>
                  <a:lnTo>
                    <a:pt x="0" y="4980"/>
                  </a:lnTo>
                  <a:lnTo>
                    <a:pt x="1218" y="4980"/>
                  </a:lnTo>
                  <a:lnTo>
                    <a:pt x="1218" y="1827"/>
                  </a:lnTo>
                  <a:cubicBezTo>
                    <a:pt x="1218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6">
              <a:extLst>
                <a:ext uri="{FF2B5EF4-FFF2-40B4-BE49-F238E27FC236}">
                  <a16:creationId xmlns:a16="http://schemas.microsoft.com/office/drawing/2014/main" id="{08DB99DC-0C27-2F7E-CCC5-1D783D33BE64}"/>
                </a:ext>
              </a:extLst>
            </p:cNvPr>
            <p:cNvSpPr/>
            <p:nvPr/>
          </p:nvSpPr>
          <p:spPr>
            <a:xfrm>
              <a:off x="1097100" y="4474000"/>
              <a:ext cx="117050" cy="11175"/>
            </a:xfrm>
            <a:custGeom>
              <a:avLst/>
              <a:gdLst/>
              <a:ahLst/>
              <a:cxnLst/>
              <a:rect l="l" t="t" r="r" b="b"/>
              <a:pathLst>
                <a:path w="4682" h="447" extrusionOk="0">
                  <a:moveTo>
                    <a:pt x="0" y="0"/>
                  </a:moveTo>
                  <a:lnTo>
                    <a:pt x="0" y="447"/>
                  </a:lnTo>
                  <a:lnTo>
                    <a:pt x="4682" y="44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6">
              <a:extLst>
                <a:ext uri="{FF2B5EF4-FFF2-40B4-BE49-F238E27FC236}">
                  <a16:creationId xmlns:a16="http://schemas.microsoft.com/office/drawing/2014/main" id="{60F753FE-424A-15BB-41B5-4472A7F0163B}"/>
                </a:ext>
              </a:extLst>
            </p:cNvPr>
            <p:cNvSpPr/>
            <p:nvPr/>
          </p:nvSpPr>
          <p:spPr>
            <a:xfrm>
              <a:off x="1334225" y="4474000"/>
              <a:ext cx="126875" cy="11175"/>
            </a:xfrm>
            <a:custGeom>
              <a:avLst/>
              <a:gdLst/>
              <a:ahLst/>
              <a:cxnLst/>
              <a:rect l="l" t="t" r="r" b="b"/>
              <a:pathLst>
                <a:path w="5075" h="447" extrusionOk="0">
                  <a:moveTo>
                    <a:pt x="0" y="0"/>
                  </a:moveTo>
                  <a:lnTo>
                    <a:pt x="0" y="447"/>
                  </a:lnTo>
                  <a:lnTo>
                    <a:pt x="5074" y="447"/>
                  </a:lnTo>
                  <a:lnTo>
                    <a:pt x="50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>
              <a:extLst>
                <a:ext uri="{FF2B5EF4-FFF2-40B4-BE49-F238E27FC236}">
                  <a16:creationId xmlns:a16="http://schemas.microsoft.com/office/drawing/2014/main" id="{E31302AF-8C90-1DD5-CDFC-99E9699F9287}"/>
                </a:ext>
              </a:extLst>
            </p:cNvPr>
            <p:cNvSpPr/>
            <p:nvPr/>
          </p:nvSpPr>
          <p:spPr>
            <a:xfrm>
              <a:off x="1273675" y="4362025"/>
              <a:ext cx="10850" cy="51775"/>
            </a:xfrm>
            <a:custGeom>
              <a:avLst/>
              <a:gdLst/>
              <a:ahLst/>
              <a:cxnLst/>
              <a:rect l="l" t="t" r="r" b="b"/>
              <a:pathLst>
                <a:path w="434" h="2071" extrusionOk="0">
                  <a:moveTo>
                    <a:pt x="0" y="1"/>
                  </a:moveTo>
                  <a:lnTo>
                    <a:pt x="0" y="2071"/>
                  </a:lnTo>
                  <a:lnTo>
                    <a:pt x="433" y="2071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>
              <a:extLst>
                <a:ext uri="{FF2B5EF4-FFF2-40B4-BE49-F238E27FC236}">
                  <a16:creationId xmlns:a16="http://schemas.microsoft.com/office/drawing/2014/main" id="{BFCAB729-EDAF-619D-4D4E-85826ECF2BAC}"/>
                </a:ext>
              </a:extLst>
            </p:cNvPr>
            <p:cNvSpPr/>
            <p:nvPr/>
          </p:nvSpPr>
          <p:spPr>
            <a:xfrm>
              <a:off x="1096400" y="4618450"/>
              <a:ext cx="364700" cy="107575"/>
            </a:xfrm>
            <a:custGeom>
              <a:avLst/>
              <a:gdLst/>
              <a:ahLst/>
              <a:cxnLst/>
              <a:rect l="l" t="t" r="r" b="b"/>
              <a:pathLst>
                <a:path w="14588" h="4303" extrusionOk="0">
                  <a:moveTo>
                    <a:pt x="1855" y="0"/>
                  </a:moveTo>
                  <a:cubicBezTo>
                    <a:pt x="826" y="0"/>
                    <a:pt x="1" y="853"/>
                    <a:pt x="28" y="1881"/>
                  </a:cubicBezTo>
                  <a:lnTo>
                    <a:pt x="28" y="4303"/>
                  </a:lnTo>
                  <a:lnTo>
                    <a:pt x="14587" y="4303"/>
                  </a:lnTo>
                  <a:lnTo>
                    <a:pt x="14587" y="1881"/>
                  </a:lnTo>
                  <a:cubicBezTo>
                    <a:pt x="14587" y="888"/>
                    <a:pt x="13789" y="68"/>
                    <a:pt x="12799" y="68"/>
                  </a:cubicBezTo>
                  <a:cubicBezTo>
                    <a:pt x="12790" y="68"/>
                    <a:pt x="12782" y="68"/>
                    <a:pt x="12774" y="68"/>
                  </a:cubicBezTo>
                  <a:cubicBezTo>
                    <a:pt x="11797" y="68"/>
                    <a:pt x="10988" y="841"/>
                    <a:pt x="10949" y="1809"/>
                  </a:cubicBezTo>
                  <a:lnTo>
                    <a:pt x="10949" y="1809"/>
                  </a:lnTo>
                  <a:cubicBezTo>
                    <a:pt x="10949" y="813"/>
                    <a:pt x="10139" y="0"/>
                    <a:pt x="9134" y="0"/>
                  </a:cubicBezTo>
                  <a:cubicBezTo>
                    <a:pt x="8147" y="0"/>
                    <a:pt x="7347" y="786"/>
                    <a:pt x="7309" y="1759"/>
                  </a:cubicBezTo>
                  <a:lnTo>
                    <a:pt x="7309" y="1759"/>
                  </a:lnTo>
                  <a:cubicBezTo>
                    <a:pt x="7282" y="786"/>
                    <a:pt x="6482" y="0"/>
                    <a:pt x="5495" y="0"/>
                  </a:cubicBezTo>
                  <a:cubicBezTo>
                    <a:pt x="4499" y="0"/>
                    <a:pt x="3694" y="798"/>
                    <a:pt x="3668" y="1782"/>
                  </a:cubicBezTo>
                  <a:lnTo>
                    <a:pt x="3668" y="1782"/>
                  </a:lnTo>
                  <a:cubicBezTo>
                    <a:pt x="3642" y="798"/>
                    <a:pt x="2850" y="0"/>
                    <a:pt x="18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>
              <a:extLst>
                <a:ext uri="{FF2B5EF4-FFF2-40B4-BE49-F238E27FC236}">
                  <a16:creationId xmlns:a16="http://schemas.microsoft.com/office/drawing/2014/main" id="{F7770AE5-4EEF-9A76-43D8-AA1F1CBF59A9}"/>
                </a:ext>
              </a:extLst>
            </p:cNvPr>
            <p:cNvSpPr/>
            <p:nvPr/>
          </p:nvSpPr>
          <p:spPr>
            <a:xfrm>
              <a:off x="1097100" y="4620125"/>
              <a:ext cx="60575" cy="105900"/>
            </a:xfrm>
            <a:custGeom>
              <a:avLst/>
              <a:gdLst/>
              <a:ahLst/>
              <a:cxnLst/>
              <a:rect l="l" t="t" r="r" b="b"/>
              <a:pathLst>
                <a:path w="2423" h="4236" extrusionOk="0">
                  <a:moveTo>
                    <a:pt x="1827" y="1"/>
                  </a:moveTo>
                  <a:cubicBezTo>
                    <a:pt x="812" y="1"/>
                    <a:pt x="0" y="813"/>
                    <a:pt x="0" y="1814"/>
                  </a:cubicBezTo>
                  <a:lnTo>
                    <a:pt x="0" y="4236"/>
                  </a:lnTo>
                  <a:lnTo>
                    <a:pt x="1218" y="4236"/>
                  </a:lnTo>
                  <a:lnTo>
                    <a:pt x="1218" y="1814"/>
                  </a:lnTo>
                  <a:cubicBezTo>
                    <a:pt x="1218" y="1043"/>
                    <a:pt x="1705" y="353"/>
                    <a:pt x="2422" y="95"/>
                  </a:cubicBezTo>
                  <a:cubicBezTo>
                    <a:pt x="2233" y="28"/>
                    <a:pt x="2030" y="1"/>
                    <a:pt x="1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>
              <a:extLst>
                <a:ext uri="{FF2B5EF4-FFF2-40B4-BE49-F238E27FC236}">
                  <a16:creationId xmlns:a16="http://schemas.microsoft.com/office/drawing/2014/main" id="{9AF1E0BD-9FB2-7A09-8318-C0BD1A4B1E0D}"/>
                </a:ext>
              </a:extLst>
            </p:cNvPr>
            <p:cNvSpPr/>
            <p:nvPr/>
          </p:nvSpPr>
          <p:spPr>
            <a:xfrm>
              <a:off x="1188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23" y="106"/>
                  </a:cubicBezTo>
                  <a:lnTo>
                    <a:pt x="2436" y="106"/>
                  </a:ln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>
              <a:extLst>
                <a:ext uri="{FF2B5EF4-FFF2-40B4-BE49-F238E27FC236}">
                  <a16:creationId xmlns:a16="http://schemas.microsoft.com/office/drawing/2014/main" id="{AD712ACF-9623-36D3-DA20-7A3B27C35158}"/>
                </a:ext>
              </a:extLst>
            </p:cNvPr>
            <p:cNvSpPr/>
            <p:nvPr/>
          </p:nvSpPr>
          <p:spPr>
            <a:xfrm>
              <a:off x="1279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36" y="106"/>
                  </a:cubicBez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>
              <a:extLst>
                <a:ext uri="{FF2B5EF4-FFF2-40B4-BE49-F238E27FC236}">
                  <a16:creationId xmlns:a16="http://schemas.microsoft.com/office/drawing/2014/main" id="{D277D305-5EF9-8DB4-1E46-470F8960986E}"/>
                </a:ext>
              </a:extLst>
            </p:cNvPr>
            <p:cNvSpPr/>
            <p:nvPr/>
          </p:nvSpPr>
          <p:spPr>
            <a:xfrm>
              <a:off x="1370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16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8" y="4247"/>
                  </a:lnTo>
                  <a:lnTo>
                    <a:pt x="1218" y="1825"/>
                  </a:lnTo>
                  <a:cubicBezTo>
                    <a:pt x="1218" y="1054"/>
                    <a:pt x="1706" y="364"/>
                    <a:pt x="2436" y="106"/>
                  </a:cubicBezTo>
                  <a:lnTo>
                    <a:pt x="2423" y="106"/>
                  </a:lnTo>
                  <a:cubicBezTo>
                    <a:pt x="2220" y="34"/>
                    <a:pt x="2016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>
              <a:extLst>
                <a:ext uri="{FF2B5EF4-FFF2-40B4-BE49-F238E27FC236}">
                  <a16:creationId xmlns:a16="http://schemas.microsoft.com/office/drawing/2014/main" id="{A310FF2C-B15A-A611-D72B-E02F1C251B45}"/>
                </a:ext>
              </a:extLst>
            </p:cNvPr>
            <p:cNvSpPr/>
            <p:nvPr/>
          </p:nvSpPr>
          <p:spPr>
            <a:xfrm>
              <a:off x="1196200" y="4404850"/>
              <a:ext cx="157675" cy="149500"/>
            </a:xfrm>
            <a:custGeom>
              <a:avLst/>
              <a:gdLst/>
              <a:ahLst/>
              <a:cxnLst/>
              <a:rect l="l" t="t" r="r" b="b"/>
              <a:pathLst>
                <a:path w="6307" h="5980" extrusionOk="0">
                  <a:moveTo>
                    <a:pt x="3316" y="0"/>
                  </a:moveTo>
                  <a:cubicBezTo>
                    <a:pt x="2740" y="0"/>
                    <a:pt x="2160" y="166"/>
                    <a:pt x="1651" y="507"/>
                  </a:cubicBezTo>
                  <a:cubicBezTo>
                    <a:pt x="461" y="1291"/>
                    <a:pt x="1" y="2820"/>
                    <a:pt x="555" y="4133"/>
                  </a:cubicBezTo>
                  <a:cubicBezTo>
                    <a:pt x="1019" y="5270"/>
                    <a:pt x="2120" y="5979"/>
                    <a:pt x="3303" y="5979"/>
                  </a:cubicBezTo>
                  <a:cubicBezTo>
                    <a:pt x="3500" y="5979"/>
                    <a:pt x="3699" y="5960"/>
                    <a:pt x="3898" y="5919"/>
                  </a:cubicBezTo>
                  <a:cubicBezTo>
                    <a:pt x="5291" y="5648"/>
                    <a:pt x="6306" y="4417"/>
                    <a:pt x="6306" y="2996"/>
                  </a:cubicBezTo>
                  <a:cubicBezTo>
                    <a:pt x="6306" y="2198"/>
                    <a:pt x="5995" y="1440"/>
                    <a:pt x="5427" y="872"/>
                  </a:cubicBezTo>
                  <a:cubicBezTo>
                    <a:pt x="4853" y="298"/>
                    <a:pt x="4088" y="0"/>
                    <a:pt x="3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>
              <a:extLst>
                <a:ext uri="{FF2B5EF4-FFF2-40B4-BE49-F238E27FC236}">
                  <a16:creationId xmlns:a16="http://schemas.microsoft.com/office/drawing/2014/main" id="{E5DE38E0-C7C4-8E5D-C79C-90DEA091CED9}"/>
                </a:ext>
              </a:extLst>
            </p:cNvPr>
            <p:cNvSpPr/>
            <p:nvPr/>
          </p:nvSpPr>
          <p:spPr>
            <a:xfrm>
              <a:off x="1212775" y="4418850"/>
              <a:ext cx="127225" cy="121475"/>
            </a:xfrm>
            <a:custGeom>
              <a:avLst/>
              <a:gdLst/>
              <a:ahLst/>
              <a:cxnLst/>
              <a:rect l="l" t="t" r="r" b="b"/>
              <a:pathLst>
                <a:path w="5089" h="4859" extrusionOk="0">
                  <a:moveTo>
                    <a:pt x="2653" y="1"/>
                  </a:moveTo>
                  <a:cubicBezTo>
                    <a:pt x="1313" y="1"/>
                    <a:pt x="231" y="1097"/>
                    <a:pt x="231" y="2436"/>
                  </a:cubicBezTo>
                  <a:cubicBezTo>
                    <a:pt x="231" y="3762"/>
                    <a:pt x="1313" y="4858"/>
                    <a:pt x="2653" y="4858"/>
                  </a:cubicBezTo>
                  <a:cubicBezTo>
                    <a:pt x="3992" y="4858"/>
                    <a:pt x="5075" y="3762"/>
                    <a:pt x="5088" y="2436"/>
                  </a:cubicBezTo>
                  <a:cubicBezTo>
                    <a:pt x="5088" y="2288"/>
                    <a:pt x="4977" y="2213"/>
                    <a:pt x="4865" y="2213"/>
                  </a:cubicBezTo>
                  <a:cubicBezTo>
                    <a:pt x="4753" y="2213"/>
                    <a:pt x="4642" y="2288"/>
                    <a:pt x="4642" y="2436"/>
                  </a:cubicBezTo>
                  <a:cubicBezTo>
                    <a:pt x="4642" y="3626"/>
                    <a:pt x="3664" y="4419"/>
                    <a:pt x="2642" y="4419"/>
                  </a:cubicBezTo>
                  <a:cubicBezTo>
                    <a:pt x="2153" y="4419"/>
                    <a:pt x="1653" y="4237"/>
                    <a:pt x="1246" y="3830"/>
                  </a:cubicBezTo>
                  <a:cubicBezTo>
                    <a:pt x="1" y="2585"/>
                    <a:pt x="880" y="447"/>
                    <a:pt x="2653" y="447"/>
                  </a:cubicBezTo>
                  <a:cubicBezTo>
                    <a:pt x="2950" y="447"/>
                    <a:pt x="2950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46">
            <a:extLst>
              <a:ext uri="{FF2B5EF4-FFF2-40B4-BE49-F238E27FC236}">
                <a16:creationId xmlns:a16="http://schemas.microsoft.com/office/drawing/2014/main" id="{4261BA8D-B5CE-3E20-4CB2-AC920B8B54D9}"/>
              </a:ext>
            </a:extLst>
          </p:cNvPr>
          <p:cNvGrpSpPr/>
          <p:nvPr/>
        </p:nvGrpSpPr>
        <p:grpSpPr>
          <a:xfrm>
            <a:off x="4378600" y="2049159"/>
            <a:ext cx="386787" cy="341617"/>
            <a:chOff x="2623131" y="1459515"/>
            <a:chExt cx="333927" cy="294930"/>
          </a:xfrm>
        </p:grpSpPr>
        <p:sp>
          <p:nvSpPr>
            <p:cNvPr id="1277" name="Google Shape;1277;p46">
              <a:extLst>
                <a:ext uri="{FF2B5EF4-FFF2-40B4-BE49-F238E27FC236}">
                  <a16:creationId xmlns:a16="http://schemas.microsoft.com/office/drawing/2014/main" id="{C38A115F-880D-64AB-F091-D85BC3A21CCB}"/>
                </a:ext>
              </a:extLst>
            </p:cNvPr>
            <p:cNvSpPr/>
            <p:nvPr/>
          </p:nvSpPr>
          <p:spPr>
            <a:xfrm>
              <a:off x="2645769" y="1681492"/>
              <a:ext cx="88694" cy="72587"/>
            </a:xfrm>
            <a:custGeom>
              <a:avLst/>
              <a:gdLst/>
              <a:ahLst/>
              <a:cxnLst/>
              <a:rect l="l" t="t" r="r" b="b"/>
              <a:pathLst>
                <a:path w="3871" h="3168" extrusionOk="0">
                  <a:moveTo>
                    <a:pt x="3072" y="1"/>
                  </a:moveTo>
                  <a:lnTo>
                    <a:pt x="907" y="962"/>
                  </a:lnTo>
                  <a:lnTo>
                    <a:pt x="474" y="1584"/>
                  </a:lnTo>
                  <a:lnTo>
                    <a:pt x="122" y="2112"/>
                  </a:lnTo>
                  <a:cubicBezTo>
                    <a:pt x="41" y="2220"/>
                    <a:pt x="1" y="2355"/>
                    <a:pt x="1" y="2491"/>
                  </a:cubicBezTo>
                  <a:cubicBezTo>
                    <a:pt x="1" y="2856"/>
                    <a:pt x="298" y="3167"/>
                    <a:pt x="677" y="3167"/>
                  </a:cubicBezTo>
                  <a:cubicBezTo>
                    <a:pt x="826" y="3167"/>
                    <a:pt x="961" y="3113"/>
                    <a:pt x="1083" y="3032"/>
                  </a:cubicBezTo>
                  <a:lnTo>
                    <a:pt x="3018" y="1584"/>
                  </a:lnTo>
                  <a:lnTo>
                    <a:pt x="3870" y="948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6">
              <a:extLst>
                <a:ext uri="{FF2B5EF4-FFF2-40B4-BE49-F238E27FC236}">
                  <a16:creationId xmlns:a16="http://schemas.microsoft.com/office/drawing/2014/main" id="{79FAD545-715F-BB3F-4A61-C49F4B8B1DB0}"/>
                </a:ext>
              </a:extLst>
            </p:cNvPr>
            <p:cNvSpPr/>
            <p:nvPr/>
          </p:nvSpPr>
          <p:spPr>
            <a:xfrm>
              <a:off x="2639766" y="1681492"/>
              <a:ext cx="81064" cy="72953"/>
            </a:xfrm>
            <a:custGeom>
              <a:avLst/>
              <a:gdLst/>
              <a:ahLst/>
              <a:cxnLst/>
              <a:rect l="l" t="t" r="r" b="b"/>
              <a:pathLst>
                <a:path w="3538" h="3184" extrusionOk="0">
                  <a:moveTo>
                    <a:pt x="3321" y="1"/>
                  </a:moveTo>
                  <a:lnTo>
                    <a:pt x="1156" y="948"/>
                  </a:lnTo>
                  <a:lnTo>
                    <a:pt x="371" y="2098"/>
                  </a:lnTo>
                  <a:cubicBezTo>
                    <a:pt x="0" y="2596"/>
                    <a:pt x="416" y="3184"/>
                    <a:pt x="913" y="3184"/>
                  </a:cubicBezTo>
                  <a:cubicBezTo>
                    <a:pt x="1051" y="3184"/>
                    <a:pt x="1196" y="3138"/>
                    <a:pt x="1331" y="3032"/>
                  </a:cubicBezTo>
                  <a:cubicBezTo>
                    <a:pt x="1034" y="2815"/>
                    <a:pt x="966" y="2409"/>
                    <a:pt x="1169" y="2098"/>
                  </a:cubicBezTo>
                  <a:lnTo>
                    <a:pt x="1967" y="948"/>
                  </a:lnTo>
                  <a:lnTo>
                    <a:pt x="3537" y="258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6">
              <a:extLst>
                <a:ext uri="{FF2B5EF4-FFF2-40B4-BE49-F238E27FC236}">
                  <a16:creationId xmlns:a16="http://schemas.microsoft.com/office/drawing/2014/main" id="{63A21839-9AA3-CA93-6876-0CAC2E99108C}"/>
                </a:ext>
              </a:extLst>
            </p:cNvPr>
            <p:cNvSpPr/>
            <p:nvPr/>
          </p:nvSpPr>
          <p:spPr>
            <a:xfrm>
              <a:off x="2845749" y="1672831"/>
              <a:ext cx="93643" cy="81248"/>
            </a:xfrm>
            <a:custGeom>
              <a:avLst/>
              <a:gdLst/>
              <a:ahLst/>
              <a:cxnLst/>
              <a:rect l="l" t="t" r="r" b="b"/>
              <a:pathLst>
                <a:path w="4087" h="3546" extrusionOk="0">
                  <a:moveTo>
                    <a:pt x="1651" y="0"/>
                  </a:moveTo>
                  <a:lnTo>
                    <a:pt x="0" y="1326"/>
                  </a:lnTo>
                  <a:lnTo>
                    <a:pt x="853" y="1962"/>
                  </a:lnTo>
                  <a:lnTo>
                    <a:pt x="2801" y="3410"/>
                  </a:lnTo>
                  <a:cubicBezTo>
                    <a:pt x="2855" y="3450"/>
                    <a:pt x="2923" y="3491"/>
                    <a:pt x="2990" y="3505"/>
                  </a:cubicBezTo>
                  <a:cubicBezTo>
                    <a:pt x="3058" y="3532"/>
                    <a:pt x="3126" y="3545"/>
                    <a:pt x="3207" y="3545"/>
                  </a:cubicBezTo>
                  <a:cubicBezTo>
                    <a:pt x="3748" y="3545"/>
                    <a:pt x="4086" y="2936"/>
                    <a:pt x="3762" y="2476"/>
                  </a:cubicBezTo>
                  <a:lnTo>
                    <a:pt x="3410" y="1962"/>
                  </a:lnTo>
                  <a:lnTo>
                    <a:pt x="2977" y="1326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6">
              <a:extLst>
                <a:ext uri="{FF2B5EF4-FFF2-40B4-BE49-F238E27FC236}">
                  <a16:creationId xmlns:a16="http://schemas.microsoft.com/office/drawing/2014/main" id="{1AB71CE4-2669-5C46-6842-1F374FAD8208}"/>
                </a:ext>
              </a:extLst>
            </p:cNvPr>
            <p:cNvSpPr/>
            <p:nvPr/>
          </p:nvSpPr>
          <p:spPr>
            <a:xfrm>
              <a:off x="2845749" y="1672831"/>
              <a:ext cx="83401" cy="81248"/>
            </a:xfrm>
            <a:custGeom>
              <a:avLst/>
              <a:gdLst/>
              <a:ahLst/>
              <a:cxnLst/>
              <a:rect l="l" t="t" r="r" b="b"/>
              <a:pathLst>
                <a:path w="3640" h="3546" extrusionOk="0">
                  <a:moveTo>
                    <a:pt x="1651" y="0"/>
                  </a:moveTo>
                  <a:lnTo>
                    <a:pt x="0" y="1326"/>
                  </a:lnTo>
                  <a:lnTo>
                    <a:pt x="2801" y="3410"/>
                  </a:lnTo>
                  <a:cubicBezTo>
                    <a:pt x="2855" y="3450"/>
                    <a:pt x="2923" y="3491"/>
                    <a:pt x="2990" y="3505"/>
                  </a:cubicBezTo>
                  <a:cubicBezTo>
                    <a:pt x="3058" y="3532"/>
                    <a:pt x="3126" y="3545"/>
                    <a:pt x="3193" y="3545"/>
                  </a:cubicBezTo>
                  <a:cubicBezTo>
                    <a:pt x="3356" y="3545"/>
                    <a:pt x="3518" y="3491"/>
                    <a:pt x="3640" y="3383"/>
                  </a:cubicBezTo>
                  <a:lnTo>
                    <a:pt x="880" y="1326"/>
                  </a:lnTo>
                  <a:lnTo>
                    <a:pt x="2043" y="392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>
              <a:extLst>
                <a:ext uri="{FF2B5EF4-FFF2-40B4-BE49-F238E27FC236}">
                  <a16:creationId xmlns:a16="http://schemas.microsoft.com/office/drawing/2014/main" id="{EEB188CA-CC55-3EF3-45C4-EFFFADF5B6F7}"/>
                </a:ext>
              </a:extLst>
            </p:cNvPr>
            <p:cNvSpPr/>
            <p:nvPr/>
          </p:nvSpPr>
          <p:spPr>
            <a:xfrm>
              <a:off x="2656309" y="1681492"/>
              <a:ext cx="78155" cy="36316"/>
            </a:xfrm>
            <a:custGeom>
              <a:avLst/>
              <a:gdLst/>
              <a:ahLst/>
              <a:cxnLst/>
              <a:rect l="l" t="t" r="r" b="b"/>
              <a:pathLst>
                <a:path w="3411" h="1585" extrusionOk="0">
                  <a:moveTo>
                    <a:pt x="2599" y="1"/>
                  </a:moveTo>
                  <a:lnTo>
                    <a:pt x="434" y="948"/>
                  </a:lnTo>
                  <a:lnTo>
                    <a:pt x="1" y="1584"/>
                  </a:lnTo>
                  <a:lnTo>
                    <a:pt x="2558" y="1584"/>
                  </a:lnTo>
                  <a:lnTo>
                    <a:pt x="3410" y="948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>
              <a:extLst>
                <a:ext uri="{FF2B5EF4-FFF2-40B4-BE49-F238E27FC236}">
                  <a16:creationId xmlns:a16="http://schemas.microsoft.com/office/drawing/2014/main" id="{B1B411D4-5396-1F53-707F-FFAF04FB9328}"/>
                </a:ext>
              </a:extLst>
            </p:cNvPr>
            <p:cNvSpPr/>
            <p:nvPr/>
          </p:nvSpPr>
          <p:spPr>
            <a:xfrm>
              <a:off x="2845749" y="1672831"/>
              <a:ext cx="78452" cy="44977"/>
            </a:xfrm>
            <a:custGeom>
              <a:avLst/>
              <a:gdLst/>
              <a:ahLst/>
              <a:cxnLst/>
              <a:rect l="l" t="t" r="r" b="b"/>
              <a:pathLst>
                <a:path w="3424" h="1963" extrusionOk="0">
                  <a:moveTo>
                    <a:pt x="1651" y="0"/>
                  </a:moveTo>
                  <a:lnTo>
                    <a:pt x="0" y="1326"/>
                  </a:lnTo>
                  <a:lnTo>
                    <a:pt x="853" y="1962"/>
                  </a:lnTo>
                  <a:lnTo>
                    <a:pt x="3423" y="1962"/>
                  </a:lnTo>
                  <a:lnTo>
                    <a:pt x="2977" y="1326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>
              <a:extLst>
                <a:ext uri="{FF2B5EF4-FFF2-40B4-BE49-F238E27FC236}">
                  <a16:creationId xmlns:a16="http://schemas.microsoft.com/office/drawing/2014/main" id="{F787B7E7-55D3-A79D-CAFC-8ED45BDDA8A6}"/>
                </a:ext>
              </a:extLst>
            </p:cNvPr>
            <p:cNvSpPr/>
            <p:nvPr/>
          </p:nvSpPr>
          <p:spPr>
            <a:xfrm>
              <a:off x="2623131" y="1459515"/>
              <a:ext cx="333927" cy="243720"/>
            </a:xfrm>
            <a:custGeom>
              <a:avLst/>
              <a:gdLst/>
              <a:ahLst/>
              <a:cxnLst/>
              <a:rect l="l" t="t" r="r" b="b"/>
              <a:pathLst>
                <a:path w="14574" h="10637" extrusionOk="0">
                  <a:moveTo>
                    <a:pt x="1435" y="1"/>
                  </a:moveTo>
                  <a:cubicBezTo>
                    <a:pt x="637" y="1"/>
                    <a:pt x="1" y="637"/>
                    <a:pt x="1" y="1435"/>
                  </a:cubicBezTo>
                  <a:lnTo>
                    <a:pt x="1" y="9215"/>
                  </a:lnTo>
                  <a:cubicBezTo>
                    <a:pt x="1" y="10000"/>
                    <a:pt x="637" y="10636"/>
                    <a:pt x="1435" y="10636"/>
                  </a:cubicBezTo>
                  <a:lnTo>
                    <a:pt x="13139" y="10636"/>
                  </a:lnTo>
                  <a:cubicBezTo>
                    <a:pt x="13924" y="10636"/>
                    <a:pt x="14574" y="10000"/>
                    <a:pt x="14574" y="9215"/>
                  </a:cubicBezTo>
                  <a:lnTo>
                    <a:pt x="14574" y="1435"/>
                  </a:lnTo>
                  <a:cubicBezTo>
                    <a:pt x="14574" y="637"/>
                    <a:pt x="13924" y="1"/>
                    <a:pt x="13139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6">
              <a:extLst>
                <a:ext uri="{FF2B5EF4-FFF2-40B4-BE49-F238E27FC236}">
                  <a16:creationId xmlns:a16="http://schemas.microsoft.com/office/drawing/2014/main" id="{61F468FF-4B75-638E-0F3B-49089FCC2CB1}"/>
                </a:ext>
              </a:extLst>
            </p:cNvPr>
            <p:cNvSpPr/>
            <p:nvPr/>
          </p:nvSpPr>
          <p:spPr>
            <a:xfrm>
              <a:off x="2623131" y="1459515"/>
              <a:ext cx="48093" cy="243720"/>
            </a:xfrm>
            <a:custGeom>
              <a:avLst/>
              <a:gdLst/>
              <a:ahLst/>
              <a:cxnLst/>
              <a:rect l="l" t="t" r="r" b="b"/>
              <a:pathLst>
                <a:path w="2099" h="10637" extrusionOk="0">
                  <a:moveTo>
                    <a:pt x="1435" y="1"/>
                  </a:moveTo>
                  <a:cubicBezTo>
                    <a:pt x="637" y="1"/>
                    <a:pt x="1" y="637"/>
                    <a:pt x="1" y="1435"/>
                  </a:cubicBezTo>
                  <a:lnTo>
                    <a:pt x="1" y="9215"/>
                  </a:lnTo>
                  <a:cubicBezTo>
                    <a:pt x="1" y="10000"/>
                    <a:pt x="637" y="10636"/>
                    <a:pt x="1435" y="10636"/>
                  </a:cubicBezTo>
                  <a:lnTo>
                    <a:pt x="2098" y="10636"/>
                  </a:lnTo>
                  <a:cubicBezTo>
                    <a:pt x="1300" y="10636"/>
                    <a:pt x="664" y="10000"/>
                    <a:pt x="664" y="9215"/>
                  </a:cubicBezTo>
                  <a:lnTo>
                    <a:pt x="664" y="1435"/>
                  </a:lnTo>
                  <a:cubicBezTo>
                    <a:pt x="664" y="637"/>
                    <a:pt x="1300" y="1"/>
                    <a:pt x="209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6">
              <a:extLst>
                <a:ext uri="{FF2B5EF4-FFF2-40B4-BE49-F238E27FC236}">
                  <a16:creationId xmlns:a16="http://schemas.microsoft.com/office/drawing/2014/main" id="{054FD777-1248-D701-CCC4-556057A0D02D}"/>
                </a:ext>
              </a:extLst>
            </p:cNvPr>
            <p:cNvSpPr/>
            <p:nvPr/>
          </p:nvSpPr>
          <p:spPr>
            <a:xfrm>
              <a:off x="2650100" y="1486185"/>
              <a:ext cx="279991" cy="190380"/>
            </a:xfrm>
            <a:custGeom>
              <a:avLst/>
              <a:gdLst/>
              <a:ahLst/>
              <a:cxnLst/>
              <a:rect l="l" t="t" r="r" b="b"/>
              <a:pathLst>
                <a:path w="12220" h="8309" extrusionOk="0">
                  <a:moveTo>
                    <a:pt x="853" y="0"/>
                  </a:moveTo>
                  <a:cubicBezTo>
                    <a:pt x="380" y="0"/>
                    <a:pt x="1" y="393"/>
                    <a:pt x="1" y="866"/>
                  </a:cubicBezTo>
                  <a:lnTo>
                    <a:pt x="1" y="7442"/>
                  </a:lnTo>
                  <a:cubicBezTo>
                    <a:pt x="1" y="7916"/>
                    <a:pt x="380" y="8308"/>
                    <a:pt x="853" y="8308"/>
                  </a:cubicBezTo>
                  <a:lnTo>
                    <a:pt x="11367" y="8308"/>
                  </a:lnTo>
                  <a:cubicBezTo>
                    <a:pt x="11841" y="8308"/>
                    <a:pt x="12220" y="7916"/>
                    <a:pt x="12220" y="7442"/>
                  </a:cubicBezTo>
                  <a:lnTo>
                    <a:pt x="12220" y="866"/>
                  </a:lnTo>
                  <a:cubicBezTo>
                    <a:pt x="12220" y="393"/>
                    <a:pt x="11841" y="0"/>
                    <a:pt x="11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6">
              <a:extLst>
                <a:ext uri="{FF2B5EF4-FFF2-40B4-BE49-F238E27FC236}">
                  <a16:creationId xmlns:a16="http://schemas.microsoft.com/office/drawing/2014/main" id="{1865FD09-5EA6-FCF1-64DD-4B426584E15F}"/>
                </a:ext>
              </a:extLst>
            </p:cNvPr>
            <p:cNvSpPr/>
            <p:nvPr/>
          </p:nvSpPr>
          <p:spPr>
            <a:xfrm>
              <a:off x="2834568" y="1504470"/>
              <a:ext cx="35056" cy="46077"/>
            </a:xfrm>
            <a:custGeom>
              <a:avLst/>
              <a:gdLst/>
              <a:ahLst/>
              <a:cxnLst/>
              <a:rect l="l" t="t" r="r" b="b"/>
              <a:pathLst>
                <a:path w="1530" h="2011" extrusionOk="0">
                  <a:moveTo>
                    <a:pt x="1313" y="1"/>
                  </a:moveTo>
                  <a:cubicBezTo>
                    <a:pt x="1192" y="1"/>
                    <a:pt x="1097" y="109"/>
                    <a:pt x="1097" y="231"/>
                  </a:cubicBezTo>
                  <a:lnTo>
                    <a:pt x="1097" y="758"/>
                  </a:lnTo>
                  <a:lnTo>
                    <a:pt x="448" y="758"/>
                  </a:lnTo>
                  <a:lnTo>
                    <a:pt x="448" y="231"/>
                  </a:lnTo>
                  <a:cubicBezTo>
                    <a:pt x="448" y="82"/>
                    <a:pt x="336" y="7"/>
                    <a:pt x="224" y="7"/>
                  </a:cubicBezTo>
                  <a:cubicBezTo>
                    <a:pt x="113" y="7"/>
                    <a:pt x="1" y="82"/>
                    <a:pt x="1" y="231"/>
                  </a:cubicBezTo>
                  <a:lnTo>
                    <a:pt x="1" y="1787"/>
                  </a:lnTo>
                  <a:cubicBezTo>
                    <a:pt x="1" y="1936"/>
                    <a:pt x="113" y="2010"/>
                    <a:pt x="224" y="2010"/>
                  </a:cubicBezTo>
                  <a:cubicBezTo>
                    <a:pt x="336" y="2010"/>
                    <a:pt x="448" y="1936"/>
                    <a:pt x="448" y="1787"/>
                  </a:cubicBezTo>
                  <a:lnTo>
                    <a:pt x="448" y="1205"/>
                  </a:lnTo>
                  <a:lnTo>
                    <a:pt x="1097" y="1205"/>
                  </a:lnTo>
                  <a:lnTo>
                    <a:pt x="1097" y="1787"/>
                  </a:lnTo>
                  <a:cubicBezTo>
                    <a:pt x="1097" y="1936"/>
                    <a:pt x="1205" y="2010"/>
                    <a:pt x="1313" y="2010"/>
                  </a:cubicBezTo>
                  <a:cubicBezTo>
                    <a:pt x="1422" y="2010"/>
                    <a:pt x="1530" y="1936"/>
                    <a:pt x="1530" y="1787"/>
                  </a:cubicBezTo>
                  <a:lnTo>
                    <a:pt x="1530" y="231"/>
                  </a:lnTo>
                  <a:cubicBezTo>
                    <a:pt x="1530" y="109"/>
                    <a:pt x="1435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6">
              <a:extLst>
                <a:ext uri="{FF2B5EF4-FFF2-40B4-BE49-F238E27FC236}">
                  <a16:creationId xmlns:a16="http://schemas.microsoft.com/office/drawing/2014/main" id="{68DF1A54-C04A-019C-F54F-598E13BF1F94}"/>
                </a:ext>
              </a:extLst>
            </p:cNvPr>
            <p:cNvSpPr/>
            <p:nvPr/>
          </p:nvSpPr>
          <p:spPr>
            <a:xfrm>
              <a:off x="2878606" y="1505707"/>
              <a:ext cx="33819" cy="44977"/>
            </a:xfrm>
            <a:custGeom>
              <a:avLst/>
              <a:gdLst/>
              <a:ahLst/>
              <a:cxnLst/>
              <a:rect l="l" t="t" r="r" b="b"/>
              <a:pathLst>
                <a:path w="1476" h="1963" extrusionOk="0">
                  <a:moveTo>
                    <a:pt x="636" y="447"/>
                  </a:moveTo>
                  <a:cubicBezTo>
                    <a:pt x="1002" y="447"/>
                    <a:pt x="1042" y="853"/>
                    <a:pt x="1042" y="989"/>
                  </a:cubicBezTo>
                  <a:cubicBezTo>
                    <a:pt x="1042" y="1246"/>
                    <a:pt x="921" y="1516"/>
                    <a:pt x="650" y="1516"/>
                  </a:cubicBezTo>
                  <a:lnTo>
                    <a:pt x="433" y="1516"/>
                  </a:lnTo>
                  <a:lnTo>
                    <a:pt x="433" y="989"/>
                  </a:lnTo>
                  <a:lnTo>
                    <a:pt x="433" y="447"/>
                  </a:lnTo>
                  <a:close/>
                  <a:moveTo>
                    <a:pt x="217" y="1"/>
                  </a:moveTo>
                  <a:cubicBezTo>
                    <a:pt x="95" y="1"/>
                    <a:pt x="0" y="96"/>
                    <a:pt x="0" y="217"/>
                  </a:cubicBezTo>
                  <a:lnTo>
                    <a:pt x="0" y="975"/>
                  </a:lnTo>
                  <a:lnTo>
                    <a:pt x="0" y="1733"/>
                  </a:lnTo>
                  <a:cubicBezTo>
                    <a:pt x="0" y="1800"/>
                    <a:pt x="27" y="1855"/>
                    <a:pt x="68" y="1895"/>
                  </a:cubicBezTo>
                  <a:cubicBezTo>
                    <a:pt x="109" y="1936"/>
                    <a:pt x="163" y="1963"/>
                    <a:pt x="217" y="1963"/>
                  </a:cubicBezTo>
                  <a:lnTo>
                    <a:pt x="663" y="1963"/>
                  </a:lnTo>
                  <a:cubicBezTo>
                    <a:pt x="1137" y="1949"/>
                    <a:pt x="1475" y="1543"/>
                    <a:pt x="1475" y="975"/>
                  </a:cubicBezTo>
                  <a:cubicBezTo>
                    <a:pt x="1475" y="393"/>
                    <a:pt x="1137" y="1"/>
                    <a:pt x="650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6">
              <a:extLst>
                <a:ext uri="{FF2B5EF4-FFF2-40B4-BE49-F238E27FC236}">
                  <a16:creationId xmlns:a16="http://schemas.microsoft.com/office/drawing/2014/main" id="{C1E7BDEF-C966-7F10-8853-D12F51A6C6B7}"/>
                </a:ext>
              </a:extLst>
            </p:cNvPr>
            <p:cNvSpPr/>
            <p:nvPr/>
          </p:nvSpPr>
          <p:spPr>
            <a:xfrm>
              <a:off x="2762646" y="1548370"/>
              <a:ext cx="64522" cy="66332"/>
            </a:xfrm>
            <a:custGeom>
              <a:avLst/>
              <a:gdLst/>
              <a:ahLst/>
              <a:cxnLst/>
              <a:rect l="l" t="t" r="r" b="b"/>
              <a:pathLst>
                <a:path w="2816" h="2895" extrusionOk="0">
                  <a:moveTo>
                    <a:pt x="718" y="0"/>
                  </a:moveTo>
                  <a:cubicBezTo>
                    <a:pt x="341" y="0"/>
                    <a:pt x="1" y="304"/>
                    <a:pt x="1" y="723"/>
                  </a:cubicBezTo>
                  <a:lnTo>
                    <a:pt x="1" y="2171"/>
                  </a:lnTo>
                  <a:cubicBezTo>
                    <a:pt x="1" y="2591"/>
                    <a:pt x="341" y="2894"/>
                    <a:pt x="718" y="2894"/>
                  </a:cubicBezTo>
                  <a:cubicBezTo>
                    <a:pt x="839" y="2894"/>
                    <a:pt x="965" y="2863"/>
                    <a:pt x="1083" y="2794"/>
                  </a:cubicBezTo>
                  <a:lnTo>
                    <a:pt x="2328" y="2076"/>
                  </a:lnTo>
                  <a:cubicBezTo>
                    <a:pt x="2815" y="1792"/>
                    <a:pt x="2815" y="1102"/>
                    <a:pt x="2328" y="818"/>
                  </a:cubicBezTo>
                  <a:lnTo>
                    <a:pt x="1083" y="101"/>
                  </a:lnTo>
                  <a:cubicBezTo>
                    <a:pt x="965" y="32"/>
                    <a:pt x="839" y="0"/>
                    <a:pt x="71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>
              <a:extLst>
                <a:ext uri="{FF2B5EF4-FFF2-40B4-BE49-F238E27FC236}">
                  <a16:creationId xmlns:a16="http://schemas.microsoft.com/office/drawing/2014/main" id="{9220EDCE-9308-89B8-E497-981E2BE295F5}"/>
                </a:ext>
              </a:extLst>
            </p:cNvPr>
            <p:cNvSpPr/>
            <p:nvPr/>
          </p:nvSpPr>
          <p:spPr>
            <a:xfrm>
              <a:off x="2762646" y="1548232"/>
              <a:ext cx="24837" cy="66286"/>
            </a:xfrm>
            <a:custGeom>
              <a:avLst/>
              <a:gdLst/>
              <a:ahLst/>
              <a:cxnLst/>
              <a:rect l="l" t="t" r="r" b="b"/>
              <a:pathLst>
                <a:path w="1084" h="2893" extrusionOk="0">
                  <a:moveTo>
                    <a:pt x="729" y="0"/>
                  </a:moveTo>
                  <a:cubicBezTo>
                    <a:pt x="348" y="0"/>
                    <a:pt x="1" y="306"/>
                    <a:pt x="1" y="729"/>
                  </a:cubicBezTo>
                  <a:lnTo>
                    <a:pt x="1" y="2164"/>
                  </a:lnTo>
                  <a:cubicBezTo>
                    <a:pt x="1" y="2587"/>
                    <a:pt x="348" y="2893"/>
                    <a:pt x="729" y="2893"/>
                  </a:cubicBezTo>
                  <a:cubicBezTo>
                    <a:pt x="847" y="2893"/>
                    <a:pt x="968" y="2863"/>
                    <a:pt x="1083" y="2800"/>
                  </a:cubicBezTo>
                  <a:cubicBezTo>
                    <a:pt x="853" y="2664"/>
                    <a:pt x="704" y="2434"/>
                    <a:pt x="718" y="2164"/>
                  </a:cubicBezTo>
                  <a:lnTo>
                    <a:pt x="718" y="729"/>
                  </a:lnTo>
                  <a:cubicBezTo>
                    <a:pt x="704" y="459"/>
                    <a:pt x="853" y="229"/>
                    <a:pt x="1083" y="93"/>
                  </a:cubicBezTo>
                  <a:cubicBezTo>
                    <a:pt x="968" y="29"/>
                    <a:pt x="847" y="0"/>
                    <a:pt x="729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549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4" grpId="0" build="p"/>
      <p:bldP spid="125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>
          <a:extLst>
            <a:ext uri="{FF2B5EF4-FFF2-40B4-BE49-F238E27FC236}">
              <a16:creationId xmlns:a16="http://schemas.microsoft.com/office/drawing/2014/main" id="{8709AFBC-7899-6437-AEA7-9BC24411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6">
            <a:extLst>
              <a:ext uri="{FF2B5EF4-FFF2-40B4-BE49-F238E27FC236}">
                <a16:creationId xmlns:a16="http://schemas.microsoft.com/office/drawing/2014/main" id="{0C1651C5-B453-310D-9EDC-4FB8CECA2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 did?</a:t>
            </a:r>
            <a:endParaRPr dirty="0"/>
          </a:p>
        </p:txBody>
      </p:sp>
      <p:sp>
        <p:nvSpPr>
          <p:cNvPr id="1253" name="Google Shape;1253;p46">
            <a:extLst>
              <a:ext uri="{FF2B5EF4-FFF2-40B4-BE49-F238E27FC236}">
                <a16:creationId xmlns:a16="http://schemas.microsoft.com/office/drawing/2014/main" id="{3D68C471-B23D-854F-ADF0-55C0F331D4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002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Made all the templates and displayed data using Jinja.</a:t>
            </a:r>
            <a:endParaRPr dirty="0"/>
          </a:p>
        </p:txBody>
      </p:sp>
      <p:sp>
        <p:nvSpPr>
          <p:cNvPr id="1254" name="Google Shape;1254;p46">
            <a:extLst>
              <a:ext uri="{FF2B5EF4-FFF2-40B4-BE49-F238E27FC236}">
                <a16:creationId xmlns:a16="http://schemas.microsoft.com/office/drawing/2014/main" id="{32252C8E-1AEE-B2A5-437F-89D963220E5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84347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Provided beautiful UI and colors to the website and made it dynamic.</a:t>
            </a:r>
            <a:endParaRPr dirty="0"/>
          </a:p>
        </p:txBody>
      </p:sp>
      <p:sp>
        <p:nvSpPr>
          <p:cNvPr id="1255" name="Google Shape;1255;p46">
            <a:extLst>
              <a:ext uri="{FF2B5EF4-FFF2-40B4-BE49-F238E27FC236}">
                <a16:creationId xmlns:a16="http://schemas.microsoft.com/office/drawing/2014/main" id="{635980AF-A31C-B976-C5EE-E6E136875C6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78675" y="30654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Added JavaScript to give life to the website.</a:t>
            </a:r>
            <a:endParaRPr dirty="0"/>
          </a:p>
        </p:txBody>
      </p:sp>
      <p:sp>
        <p:nvSpPr>
          <p:cNvPr id="1256" name="Google Shape;1256;p46">
            <a:extLst>
              <a:ext uri="{FF2B5EF4-FFF2-40B4-BE49-F238E27FC236}">
                <a16:creationId xmlns:a16="http://schemas.microsoft.com/office/drawing/2014/main" id="{9B28099A-3D64-028B-4637-874D565E84A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9002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</a:t>
            </a:r>
            <a:endParaRPr dirty="0"/>
          </a:p>
        </p:txBody>
      </p:sp>
      <p:sp>
        <p:nvSpPr>
          <p:cNvPr id="1257" name="Google Shape;1257;p46">
            <a:extLst>
              <a:ext uri="{FF2B5EF4-FFF2-40B4-BE49-F238E27FC236}">
                <a16:creationId xmlns:a16="http://schemas.microsoft.com/office/drawing/2014/main" id="{B5D27D6B-51E8-C62F-1327-A651536E62E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4347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CSS</a:t>
            </a:r>
            <a:endParaRPr dirty="0"/>
          </a:p>
        </p:txBody>
      </p:sp>
      <p:sp>
        <p:nvSpPr>
          <p:cNvPr id="1258" name="Google Shape;1258;p46">
            <a:extLst>
              <a:ext uri="{FF2B5EF4-FFF2-40B4-BE49-F238E27FC236}">
                <a16:creationId xmlns:a16="http://schemas.microsoft.com/office/drawing/2014/main" id="{D5B240F5-5928-D580-392E-BEC3B7B3216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8675" y="2742425"/>
            <a:ext cx="21753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JS</a:t>
            </a:r>
            <a:endParaRPr dirty="0"/>
          </a:p>
        </p:txBody>
      </p:sp>
      <p:grpSp>
        <p:nvGrpSpPr>
          <p:cNvPr id="1259" name="Google Shape;1259;p46">
            <a:extLst>
              <a:ext uri="{FF2B5EF4-FFF2-40B4-BE49-F238E27FC236}">
                <a16:creationId xmlns:a16="http://schemas.microsoft.com/office/drawing/2014/main" id="{0C357F37-091B-D4AA-359D-81FA32CFC33B}"/>
              </a:ext>
            </a:extLst>
          </p:cNvPr>
          <p:cNvGrpSpPr/>
          <p:nvPr/>
        </p:nvGrpSpPr>
        <p:grpSpPr>
          <a:xfrm>
            <a:off x="1984093" y="2004341"/>
            <a:ext cx="387166" cy="386422"/>
            <a:chOff x="1096400" y="4362025"/>
            <a:chExt cx="364700" cy="364000"/>
          </a:xfrm>
        </p:grpSpPr>
        <p:sp>
          <p:nvSpPr>
            <p:cNvPr id="1260" name="Google Shape;1260;p46">
              <a:extLst>
                <a:ext uri="{FF2B5EF4-FFF2-40B4-BE49-F238E27FC236}">
                  <a16:creationId xmlns:a16="http://schemas.microsoft.com/office/drawing/2014/main" id="{E18D743A-DF77-EEB5-FC3C-453DA0DDB192}"/>
                </a:ext>
              </a:extLst>
            </p:cNvPr>
            <p:cNvSpPr/>
            <p:nvPr/>
          </p:nvSpPr>
          <p:spPr>
            <a:xfrm>
              <a:off x="1097100" y="4362025"/>
              <a:ext cx="364000" cy="235125"/>
            </a:xfrm>
            <a:custGeom>
              <a:avLst/>
              <a:gdLst/>
              <a:ahLst/>
              <a:cxnLst/>
              <a:rect l="l" t="t" r="r" b="b"/>
              <a:pathLst>
                <a:path w="14560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12611" y="9405"/>
                  </a:lnTo>
                  <a:cubicBezTo>
                    <a:pt x="13693" y="9405"/>
                    <a:pt x="14559" y="8539"/>
                    <a:pt x="14559" y="7456"/>
                  </a:cubicBezTo>
                  <a:lnTo>
                    <a:pt x="14559" y="1949"/>
                  </a:lnTo>
                  <a:cubicBezTo>
                    <a:pt x="14559" y="867"/>
                    <a:pt x="13693" y="1"/>
                    <a:pt x="12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>
              <a:extLst>
                <a:ext uri="{FF2B5EF4-FFF2-40B4-BE49-F238E27FC236}">
                  <a16:creationId xmlns:a16="http://schemas.microsoft.com/office/drawing/2014/main" id="{B01E0313-08FA-A946-9374-271ABAB46935}"/>
                </a:ext>
              </a:extLst>
            </p:cNvPr>
            <p:cNvSpPr/>
            <p:nvPr/>
          </p:nvSpPr>
          <p:spPr>
            <a:xfrm>
              <a:off x="1097100" y="4362025"/>
              <a:ext cx="71050" cy="235125"/>
            </a:xfrm>
            <a:custGeom>
              <a:avLst/>
              <a:gdLst/>
              <a:ahLst/>
              <a:cxnLst/>
              <a:rect l="l" t="t" r="r" b="b"/>
              <a:pathLst>
                <a:path w="2842" h="9405" extrusionOk="0">
                  <a:moveTo>
                    <a:pt x="1948" y="1"/>
                  </a:moveTo>
                  <a:cubicBezTo>
                    <a:pt x="880" y="1"/>
                    <a:pt x="0" y="867"/>
                    <a:pt x="0" y="1949"/>
                  </a:cubicBezTo>
                  <a:lnTo>
                    <a:pt x="0" y="7456"/>
                  </a:lnTo>
                  <a:cubicBezTo>
                    <a:pt x="0" y="8539"/>
                    <a:pt x="880" y="9405"/>
                    <a:pt x="1948" y="9405"/>
                  </a:cubicBezTo>
                  <a:lnTo>
                    <a:pt x="2842" y="9405"/>
                  </a:lnTo>
                  <a:cubicBezTo>
                    <a:pt x="1759" y="9405"/>
                    <a:pt x="893" y="8539"/>
                    <a:pt x="893" y="7456"/>
                  </a:cubicBezTo>
                  <a:lnTo>
                    <a:pt x="893" y="1949"/>
                  </a:lnTo>
                  <a:cubicBezTo>
                    <a:pt x="893" y="867"/>
                    <a:pt x="1759" y="1"/>
                    <a:pt x="2842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>
              <a:extLst>
                <a:ext uri="{FF2B5EF4-FFF2-40B4-BE49-F238E27FC236}">
                  <a16:creationId xmlns:a16="http://schemas.microsoft.com/office/drawing/2014/main" id="{C664296E-B194-D813-DD15-462048CA39CA}"/>
                </a:ext>
              </a:extLst>
            </p:cNvPr>
            <p:cNvSpPr/>
            <p:nvPr/>
          </p:nvSpPr>
          <p:spPr>
            <a:xfrm>
              <a:off x="1142750" y="4554175"/>
              <a:ext cx="273025" cy="124500"/>
            </a:xfrm>
            <a:custGeom>
              <a:avLst/>
              <a:gdLst/>
              <a:ahLst/>
              <a:cxnLst/>
              <a:rect l="l" t="t" r="r" b="b"/>
              <a:pathLst>
                <a:path w="10921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0920" y="4980"/>
                  </a:lnTo>
                  <a:lnTo>
                    <a:pt x="10920" y="1827"/>
                  </a:lnTo>
                  <a:cubicBezTo>
                    <a:pt x="10920" y="812"/>
                    <a:pt x="10108" y="0"/>
                    <a:pt x="9094" y="0"/>
                  </a:cubicBezTo>
                  <a:cubicBezTo>
                    <a:pt x="8092" y="0"/>
                    <a:pt x="7280" y="812"/>
                    <a:pt x="7280" y="1827"/>
                  </a:cubicBezTo>
                  <a:cubicBezTo>
                    <a:pt x="7253" y="839"/>
                    <a:pt x="6442" y="54"/>
                    <a:pt x="5454" y="54"/>
                  </a:cubicBezTo>
                  <a:cubicBezTo>
                    <a:pt x="4466" y="54"/>
                    <a:pt x="3668" y="839"/>
                    <a:pt x="3641" y="1827"/>
                  </a:cubicBezTo>
                  <a:cubicBezTo>
                    <a:pt x="3641" y="812"/>
                    <a:pt x="2815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>
              <a:extLst>
                <a:ext uri="{FF2B5EF4-FFF2-40B4-BE49-F238E27FC236}">
                  <a16:creationId xmlns:a16="http://schemas.microsoft.com/office/drawing/2014/main" id="{83EF0BD0-88A2-2775-FBF3-961BA23A674D}"/>
                </a:ext>
              </a:extLst>
            </p:cNvPr>
            <p:cNvSpPr/>
            <p:nvPr/>
          </p:nvSpPr>
          <p:spPr>
            <a:xfrm>
              <a:off x="1142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3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17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>
              <a:extLst>
                <a:ext uri="{FF2B5EF4-FFF2-40B4-BE49-F238E27FC236}">
                  <a16:creationId xmlns:a16="http://schemas.microsoft.com/office/drawing/2014/main" id="{F05CFED0-4821-D5CE-E346-E55FD48D2899}"/>
                </a:ext>
              </a:extLst>
            </p:cNvPr>
            <p:cNvSpPr/>
            <p:nvPr/>
          </p:nvSpPr>
          <p:spPr>
            <a:xfrm>
              <a:off x="1233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1" y="812"/>
                    <a:pt x="1" y="1827"/>
                  </a:cubicBezTo>
                  <a:lnTo>
                    <a:pt x="1" y="4980"/>
                  </a:lnTo>
                  <a:lnTo>
                    <a:pt x="1205" y="4980"/>
                  </a:lnTo>
                  <a:lnTo>
                    <a:pt x="1205" y="1827"/>
                  </a:lnTo>
                  <a:cubicBezTo>
                    <a:pt x="1205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>
              <a:extLst>
                <a:ext uri="{FF2B5EF4-FFF2-40B4-BE49-F238E27FC236}">
                  <a16:creationId xmlns:a16="http://schemas.microsoft.com/office/drawing/2014/main" id="{93847312-B851-67BA-00D5-701ED7AE32C2}"/>
                </a:ext>
              </a:extLst>
            </p:cNvPr>
            <p:cNvSpPr/>
            <p:nvPr/>
          </p:nvSpPr>
          <p:spPr>
            <a:xfrm>
              <a:off x="1324750" y="4554175"/>
              <a:ext cx="60575" cy="124500"/>
            </a:xfrm>
            <a:custGeom>
              <a:avLst/>
              <a:gdLst/>
              <a:ahLst/>
              <a:cxnLst/>
              <a:rect l="l" t="t" r="r" b="b"/>
              <a:pathLst>
                <a:path w="2423" h="4980" extrusionOk="0">
                  <a:moveTo>
                    <a:pt x="1814" y="0"/>
                  </a:moveTo>
                  <a:cubicBezTo>
                    <a:pt x="812" y="0"/>
                    <a:pt x="0" y="812"/>
                    <a:pt x="0" y="1827"/>
                  </a:cubicBezTo>
                  <a:lnTo>
                    <a:pt x="0" y="4980"/>
                  </a:lnTo>
                  <a:lnTo>
                    <a:pt x="1218" y="4980"/>
                  </a:lnTo>
                  <a:lnTo>
                    <a:pt x="1218" y="1827"/>
                  </a:lnTo>
                  <a:cubicBezTo>
                    <a:pt x="1218" y="1056"/>
                    <a:pt x="1692" y="366"/>
                    <a:pt x="2423" y="108"/>
                  </a:cubicBezTo>
                  <a:cubicBezTo>
                    <a:pt x="2233" y="41"/>
                    <a:pt x="2030" y="0"/>
                    <a:pt x="1814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6">
              <a:extLst>
                <a:ext uri="{FF2B5EF4-FFF2-40B4-BE49-F238E27FC236}">
                  <a16:creationId xmlns:a16="http://schemas.microsoft.com/office/drawing/2014/main" id="{28DD6019-E743-BE2C-FEEF-470DAA5B0649}"/>
                </a:ext>
              </a:extLst>
            </p:cNvPr>
            <p:cNvSpPr/>
            <p:nvPr/>
          </p:nvSpPr>
          <p:spPr>
            <a:xfrm>
              <a:off x="1097100" y="4474000"/>
              <a:ext cx="117050" cy="11175"/>
            </a:xfrm>
            <a:custGeom>
              <a:avLst/>
              <a:gdLst/>
              <a:ahLst/>
              <a:cxnLst/>
              <a:rect l="l" t="t" r="r" b="b"/>
              <a:pathLst>
                <a:path w="4682" h="447" extrusionOk="0">
                  <a:moveTo>
                    <a:pt x="0" y="0"/>
                  </a:moveTo>
                  <a:lnTo>
                    <a:pt x="0" y="447"/>
                  </a:lnTo>
                  <a:lnTo>
                    <a:pt x="4682" y="44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6">
              <a:extLst>
                <a:ext uri="{FF2B5EF4-FFF2-40B4-BE49-F238E27FC236}">
                  <a16:creationId xmlns:a16="http://schemas.microsoft.com/office/drawing/2014/main" id="{500876DE-36E2-B598-28EA-89305075C59C}"/>
                </a:ext>
              </a:extLst>
            </p:cNvPr>
            <p:cNvSpPr/>
            <p:nvPr/>
          </p:nvSpPr>
          <p:spPr>
            <a:xfrm>
              <a:off x="1334225" y="4474000"/>
              <a:ext cx="126875" cy="11175"/>
            </a:xfrm>
            <a:custGeom>
              <a:avLst/>
              <a:gdLst/>
              <a:ahLst/>
              <a:cxnLst/>
              <a:rect l="l" t="t" r="r" b="b"/>
              <a:pathLst>
                <a:path w="5075" h="447" extrusionOk="0">
                  <a:moveTo>
                    <a:pt x="0" y="0"/>
                  </a:moveTo>
                  <a:lnTo>
                    <a:pt x="0" y="447"/>
                  </a:lnTo>
                  <a:lnTo>
                    <a:pt x="5074" y="447"/>
                  </a:lnTo>
                  <a:lnTo>
                    <a:pt x="50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>
              <a:extLst>
                <a:ext uri="{FF2B5EF4-FFF2-40B4-BE49-F238E27FC236}">
                  <a16:creationId xmlns:a16="http://schemas.microsoft.com/office/drawing/2014/main" id="{B2D26C21-A44E-546E-BA25-B2CF52EDA343}"/>
                </a:ext>
              </a:extLst>
            </p:cNvPr>
            <p:cNvSpPr/>
            <p:nvPr/>
          </p:nvSpPr>
          <p:spPr>
            <a:xfrm>
              <a:off x="1273675" y="4362025"/>
              <a:ext cx="10850" cy="51775"/>
            </a:xfrm>
            <a:custGeom>
              <a:avLst/>
              <a:gdLst/>
              <a:ahLst/>
              <a:cxnLst/>
              <a:rect l="l" t="t" r="r" b="b"/>
              <a:pathLst>
                <a:path w="434" h="2071" extrusionOk="0">
                  <a:moveTo>
                    <a:pt x="0" y="1"/>
                  </a:moveTo>
                  <a:lnTo>
                    <a:pt x="0" y="2071"/>
                  </a:lnTo>
                  <a:lnTo>
                    <a:pt x="433" y="2071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>
              <a:extLst>
                <a:ext uri="{FF2B5EF4-FFF2-40B4-BE49-F238E27FC236}">
                  <a16:creationId xmlns:a16="http://schemas.microsoft.com/office/drawing/2014/main" id="{8550E05D-21EC-AE94-40C1-645E5DDB65B4}"/>
                </a:ext>
              </a:extLst>
            </p:cNvPr>
            <p:cNvSpPr/>
            <p:nvPr/>
          </p:nvSpPr>
          <p:spPr>
            <a:xfrm>
              <a:off x="1096400" y="4618450"/>
              <a:ext cx="364700" cy="107575"/>
            </a:xfrm>
            <a:custGeom>
              <a:avLst/>
              <a:gdLst/>
              <a:ahLst/>
              <a:cxnLst/>
              <a:rect l="l" t="t" r="r" b="b"/>
              <a:pathLst>
                <a:path w="14588" h="4303" extrusionOk="0">
                  <a:moveTo>
                    <a:pt x="1855" y="0"/>
                  </a:moveTo>
                  <a:cubicBezTo>
                    <a:pt x="826" y="0"/>
                    <a:pt x="1" y="853"/>
                    <a:pt x="28" y="1881"/>
                  </a:cubicBezTo>
                  <a:lnTo>
                    <a:pt x="28" y="4303"/>
                  </a:lnTo>
                  <a:lnTo>
                    <a:pt x="14587" y="4303"/>
                  </a:lnTo>
                  <a:lnTo>
                    <a:pt x="14587" y="1881"/>
                  </a:lnTo>
                  <a:cubicBezTo>
                    <a:pt x="14587" y="888"/>
                    <a:pt x="13789" y="68"/>
                    <a:pt x="12799" y="68"/>
                  </a:cubicBezTo>
                  <a:cubicBezTo>
                    <a:pt x="12790" y="68"/>
                    <a:pt x="12782" y="68"/>
                    <a:pt x="12774" y="68"/>
                  </a:cubicBezTo>
                  <a:cubicBezTo>
                    <a:pt x="11797" y="68"/>
                    <a:pt x="10988" y="841"/>
                    <a:pt x="10949" y="1809"/>
                  </a:cubicBezTo>
                  <a:lnTo>
                    <a:pt x="10949" y="1809"/>
                  </a:lnTo>
                  <a:cubicBezTo>
                    <a:pt x="10949" y="813"/>
                    <a:pt x="10139" y="0"/>
                    <a:pt x="9134" y="0"/>
                  </a:cubicBezTo>
                  <a:cubicBezTo>
                    <a:pt x="8147" y="0"/>
                    <a:pt x="7347" y="786"/>
                    <a:pt x="7309" y="1759"/>
                  </a:cubicBezTo>
                  <a:lnTo>
                    <a:pt x="7309" y="1759"/>
                  </a:lnTo>
                  <a:cubicBezTo>
                    <a:pt x="7282" y="786"/>
                    <a:pt x="6482" y="0"/>
                    <a:pt x="5495" y="0"/>
                  </a:cubicBezTo>
                  <a:cubicBezTo>
                    <a:pt x="4499" y="0"/>
                    <a:pt x="3694" y="798"/>
                    <a:pt x="3668" y="1782"/>
                  </a:cubicBezTo>
                  <a:lnTo>
                    <a:pt x="3668" y="1782"/>
                  </a:lnTo>
                  <a:cubicBezTo>
                    <a:pt x="3642" y="798"/>
                    <a:pt x="2850" y="0"/>
                    <a:pt x="18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>
              <a:extLst>
                <a:ext uri="{FF2B5EF4-FFF2-40B4-BE49-F238E27FC236}">
                  <a16:creationId xmlns:a16="http://schemas.microsoft.com/office/drawing/2014/main" id="{9730AF8F-8815-D2C9-E324-02DE0986A79F}"/>
                </a:ext>
              </a:extLst>
            </p:cNvPr>
            <p:cNvSpPr/>
            <p:nvPr/>
          </p:nvSpPr>
          <p:spPr>
            <a:xfrm>
              <a:off x="1097100" y="4620125"/>
              <a:ext cx="60575" cy="105900"/>
            </a:xfrm>
            <a:custGeom>
              <a:avLst/>
              <a:gdLst/>
              <a:ahLst/>
              <a:cxnLst/>
              <a:rect l="l" t="t" r="r" b="b"/>
              <a:pathLst>
                <a:path w="2423" h="4236" extrusionOk="0">
                  <a:moveTo>
                    <a:pt x="1827" y="1"/>
                  </a:moveTo>
                  <a:cubicBezTo>
                    <a:pt x="812" y="1"/>
                    <a:pt x="0" y="813"/>
                    <a:pt x="0" y="1814"/>
                  </a:cubicBezTo>
                  <a:lnTo>
                    <a:pt x="0" y="4236"/>
                  </a:lnTo>
                  <a:lnTo>
                    <a:pt x="1218" y="4236"/>
                  </a:lnTo>
                  <a:lnTo>
                    <a:pt x="1218" y="1814"/>
                  </a:lnTo>
                  <a:cubicBezTo>
                    <a:pt x="1218" y="1043"/>
                    <a:pt x="1705" y="353"/>
                    <a:pt x="2422" y="95"/>
                  </a:cubicBezTo>
                  <a:cubicBezTo>
                    <a:pt x="2233" y="28"/>
                    <a:pt x="2030" y="1"/>
                    <a:pt x="1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>
              <a:extLst>
                <a:ext uri="{FF2B5EF4-FFF2-40B4-BE49-F238E27FC236}">
                  <a16:creationId xmlns:a16="http://schemas.microsoft.com/office/drawing/2014/main" id="{138B03BD-AAF7-0570-4B13-EFB3634CD44C}"/>
                </a:ext>
              </a:extLst>
            </p:cNvPr>
            <p:cNvSpPr/>
            <p:nvPr/>
          </p:nvSpPr>
          <p:spPr>
            <a:xfrm>
              <a:off x="1188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23" y="106"/>
                  </a:cubicBezTo>
                  <a:lnTo>
                    <a:pt x="2436" y="106"/>
                  </a:ln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>
              <a:extLst>
                <a:ext uri="{FF2B5EF4-FFF2-40B4-BE49-F238E27FC236}">
                  <a16:creationId xmlns:a16="http://schemas.microsoft.com/office/drawing/2014/main" id="{C3DE2FF6-644F-1B85-E3DE-5931BD97AD1C}"/>
                </a:ext>
              </a:extLst>
            </p:cNvPr>
            <p:cNvSpPr/>
            <p:nvPr/>
          </p:nvSpPr>
          <p:spPr>
            <a:xfrm>
              <a:off x="1279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24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9" y="4247"/>
                  </a:lnTo>
                  <a:lnTo>
                    <a:pt x="1219" y="1825"/>
                  </a:lnTo>
                  <a:cubicBezTo>
                    <a:pt x="1219" y="1054"/>
                    <a:pt x="1706" y="364"/>
                    <a:pt x="2436" y="106"/>
                  </a:cubicBezTo>
                  <a:cubicBezTo>
                    <a:pt x="2232" y="34"/>
                    <a:pt x="2025" y="1"/>
                    <a:pt x="1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>
              <a:extLst>
                <a:ext uri="{FF2B5EF4-FFF2-40B4-BE49-F238E27FC236}">
                  <a16:creationId xmlns:a16="http://schemas.microsoft.com/office/drawing/2014/main" id="{C11FB87B-A5C0-87AE-D0DC-0C0A88D6BF89}"/>
                </a:ext>
              </a:extLst>
            </p:cNvPr>
            <p:cNvSpPr/>
            <p:nvPr/>
          </p:nvSpPr>
          <p:spPr>
            <a:xfrm>
              <a:off x="1370075" y="4619850"/>
              <a:ext cx="60925" cy="106175"/>
            </a:xfrm>
            <a:custGeom>
              <a:avLst/>
              <a:gdLst/>
              <a:ahLst/>
              <a:cxnLst/>
              <a:rect l="l" t="t" r="r" b="b"/>
              <a:pathLst>
                <a:path w="2437" h="4247" extrusionOk="0">
                  <a:moveTo>
                    <a:pt x="1816" y="1"/>
                  </a:moveTo>
                  <a:cubicBezTo>
                    <a:pt x="854" y="1"/>
                    <a:pt x="1" y="783"/>
                    <a:pt x="1" y="1825"/>
                  </a:cubicBezTo>
                  <a:lnTo>
                    <a:pt x="1" y="4247"/>
                  </a:lnTo>
                  <a:lnTo>
                    <a:pt x="1218" y="4247"/>
                  </a:lnTo>
                  <a:lnTo>
                    <a:pt x="1218" y="1825"/>
                  </a:lnTo>
                  <a:cubicBezTo>
                    <a:pt x="1218" y="1054"/>
                    <a:pt x="1706" y="364"/>
                    <a:pt x="2436" y="106"/>
                  </a:cubicBezTo>
                  <a:lnTo>
                    <a:pt x="2423" y="106"/>
                  </a:lnTo>
                  <a:cubicBezTo>
                    <a:pt x="2220" y="34"/>
                    <a:pt x="2016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>
              <a:extLst>
                <a:ext uri="{FF2B5EF4-FFF2-40B4-BE49-F238E27FC236}">
                  <a16:creationId xmlns:a16="http://schemas.microsoft.com/office/drawing/2014/main" id="{78DA4AF0-C43C-221D-55AF-28148420E89F}"/>
                </a:ext>
              </a:extLst>
            </p:cNvPr>
            <p:cNvSpPr/>
            <p:nvPr/>
          </p:nvSpPr>
          <p:spPr>
            <a:xfrm>
              <a:off x="1196200" y="4404850"/>
              <a:ext cx="157675" cy="149500"/>
            </a:xfrm>
            <a:custGeom>
              <a:avLst/>
              <a:gdLst/>
              <a:ahLst/>
              <a:cxnLst/>
              <a:rect l="l" t="t" r="r" b="b"/>
              <a:pathLst>
                <a:path w="6307" h="5980" extrusionOk="0">
                  <a:moveTo>
                    <a:pt x="3316" y="0"/>
                  </a:moveTo>
                  <a:cubicBezTo>
                    <a:pt x="2740" y="0"/>
                    <a:pt x="2160" y="166"/>
                    <a:pt x="1651" y="507"/>
                  </a:cubicBezTo>
                  <a:cubicBezTo>
                    <a:pt x="461" y="1291"/>
                    <a:pt x="1" y="2820"/>
                    <a:pt x="555" y="4133"/>
                  </a:cubicBezTo>
                  <a:cubicBezTo>
                    <a:pt x="1019" y="5270"/>
                    <a:pt x="2120" y="5979"/>
                    <a:pt x="3303" y="5979"/>
                  </a:cubicBezTo>
                  <a:cubicBezTo>
                    <a:pt x="3500" y="5979"/>
                    <a:pt x="3699" y="5960"/>
                    <a:pt x="3898" y="5919"/>
                  </a:cubicBezTo>
                  <a:cubicBezTo>
                    <a:pt x="5291" y="5648"/>
                    <a:pt x="6306" y="4417"/>
                    <a:pt x="6306" y="2996"/>
                  </a:cubicBezTo>
                  <a:cubicBezTo>
                    <a:pt x="6306" y="2198"/>
                    <a:pt x="5995" y="1440"/>
                    <a:pt x="5427" y="872"/>
                  </a:cubicBezTo>
                  <a:cubicBezTo>
                    <a:pt x="4853" y="298"/>
                    <a:pt x="4088" y="0"/>
                    <a:pt x="3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>
              <a:extLst>
                <a:ext uri="{FF2B5EF4-FFF2-40B4-BE49-F238E27FC236}">
                  <a16:creationId xmlns:a16="http://schemas.microsoft.com/office/drawing/2014/main" id="{FDBC6D08-D4C0-6F75-8F44-9C818F51A63E}"/>
                </a:ext>
              </a:extLst>
            </p:cNvPr>
            <p:cNvSpPr/>
            <p:nvPr/>
          </p:nvSpPr>
          <p:spPr>
            <a:xfrm>
              <a:off x="1212775" y="4418850"/>
              <a:ext cx="127225" cy="121475"/>
            </a:xfrm>
            <a:custGeom>
              <a:avLst/>
              <a:gdLst/>
              <a:ahLst/>
              <a:cxnLst/>
              <a:rect l="l" t="t" r="r" b="b"/>
              <a:pathLst>
                <a:path w="5089" h="4859" extrusionOk="0">
                  <a:moveTo>
                    <a:pt x="2653" y="1"/>
                  </a:moveTo>
                  <a:cubicBezTo>
                    <a:pt x="1313" y="1"/>
                    <a:pt x="231" y="1097"/>
                    <a:pt x="231" y="2436"/>
                  </a:cubicBezTo>
                  <a:cubicBezTo>
                    <a:pt x="231" y="3762"/>
                    <a:pt x="1313" y="4858"/>
                    <a:pt x="2653" y="4858"/>
                  </a:cubicBezTo>
                  <a:cubicBezTo>
                    <a:pt x="3992" y="4858"/>
                    <a:pt x="5075" y="3762"/>
                    <a:pt x="5088" y="2436"/>
                  </a:cubicBezTo>
                  <a:cubicBezTo>
                    <a:pt x="5088" y="2288"/>
                    <a:pt x="4977" y="2213"/>
                    <a:pt x="4865" y="2213"/>
                  </a:cubicBezTo>
                  <a:cubicBezTo>
                    <a:pt x="4753" y="2213"/>
                    <a:pt x="4642" y="2288"/>
                    <a:pt x="4642" y="2436"/>
                  </a:cubicBezTo>
                  <a:cubicBezTo>
                    <a:pt x="4642" y="3626"/>
                    <a:pt x="3664" y="4419"/>
                    <a:pt x="2642" y="4419"/>
                  </a:cubicBezTo>
                  <a:cubicBezTo>
                    <a:pt x="2153" y="4419"/>
                    <a:pt x="1653" y="4237"/>
                    <a:pt x="1246" y="3830"/>
                  </a:cubicBezTo>
                  <a:cubicBezTo>
                    <a:pt x="1" y="2585"/>
                    <a:pt x="880" y="447"/>
                    <a:pt x="2653" y="447"/>
                  </a:cubicBezTo>
                  <a:cubicBezTo>
                    <a:pt x="2950" y="447"/>
                    <a:pt x="2950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46">
            <a:extLst>
              <a:ext uri="{FF2B5EF4-FFF2-40B4-BE49-F238E27FC236}">
                <a16:creationId xmlns:a16="http://schemas.microsoft.com/office/drawing/2014/main" id="{2198BFD7-5C94-536A-DFB3-0EDE4EDEEC5C}"/>
              </a:ext>
            </a:extLst>
          </p:cNvPr>
          <p:cNvGrpSpPr/>
          <p:nvPr/>
        </p:nvGrpSpPr>
        <p:grpSpPr>
          <a:xfrm>
            <a:off x="4378600" y="2049159"/>
            <a:ext cx="386787" cy="341617"/>
            <a:chOff x="2623131" y="1459515"/>
            <a:chExt cx="333927" cy="294930"/>
          </a:xfrm>
        </p:grpSpPr>
        <p:sp>
          <p:nvSpPr>
            <p:cNvPr id="1277" name="Google Shape;1277;p46">
              <a:extLst>
                <a:ext uri="{FF2B5EF4-FFF2-40B4-BE49-F238E27FC236}">
                  <a16:creationId xmlns:a16="http://schemas.microsoft.com/office/drawing/2014/main" id="{63ABE2EA-EFCF-2EA0-C7F7-CD6AE5265E8A}"/>
                </a:ext>
              </a:extLst>
            </p:cNvPr>
            <p:cNvSpPr/>
            <p:nvPr/>
          </p:nvSpPr>
          <p:spPr>
            <a:xfrm>
              <a:off x="2645769" y="1681492"/>
              <a:ext cx="88694" cy="72587"/>
            </a:xfrm>
            <a:custGeom>
              <a:avLst/>
              <a:gdLst/>
              <a:ahLst/>
              <a:cxnLst/>
              <a:rect l="l" t="t" r="r" b="b"/>
              <a:pathLst>
                <a:path w="3871" h="3168" extrusionOk="0">
                  <a:moveTo>
                    <a:pt x="3072" y="1"/>
                  </a:moveTo>
                  <a:lnTo>
                    <a:pt x="907" y="962"/>
                  </a:lnTo>
                  <a:lnTo>
                    <a:pt x="474" y="1584"/>
                  </a:lnTo>
                  <a:lnTo>
                    <a:pt x="122" y="2112"/>
                  </a:lnTo>
                  <a:cubicBezTo>
                    <a:pt x="41" y="2220"/>
                    <a:pt x="1" y="2355"/>
                    <a:pt x="1" y="2491"/>
                  </a:cubicBezTo>
                  <a:cubicBezTo>
                    <a:pt x="1" y="2856"/>
                    <a:pt x="298" y="3167"/>
                    <a:pt x="677" y="3167"/>
                  </a:cubicBezTo>
                  <a:cubicBezTo>
                    <a:pt x="826" y="3167"/>
                    <a:pt x="961" y="3113"/>
                    <a:pt x="1083" y="3032"/>
                  </a:cubicBezTo>
                  <a:lnTo>
                    <a:pt x="3018" y="1584"/>
                  </a:lnTo>
                  <a:lnTo>
                    <a:pt x="3870" y="948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6">
              <a:extLst>
                <a:ext uri="{FF2B5EF4-FFF2-40B4-BE49-F238E27FC236}">
                  <a16:creationId xmlns:a16="http://schemas.microsoft.com/office/drawing/2014/main" id="{BBDA5B1B-042A-F052-C930-B72F110A80F6}"/>
                </a:ext>
              </a:extLst>
            </p:cNvPr>
            <p:cNvSpPr/>
            <p:nvPr/>
          </p:nvSpPr>
          <p:spPr>
            <a:xfrm>
              <a:off x="2639766" y="1681492"/>
              <a:ext cx="81064" cy="72953"/>
            </a:xfrm>
            <a:custGeom>
              <a:avLst/>
              <a:gdLst/>
              <a:ahLst/>
              <a:cxnLst/>
              <a:rect l="l" t="t" r="r" b="b"/>
              <a:pathLst>
                <a:path w="3538" h="3184" extrusionOk="0">
                  <a:moveTo>
                    <a:pt x="3321" y="1"/>
                  </a:moveTo>
                  <a:lnTo>
                    <a:pt x="1156" y="948"/>
                  </a:lnTo>
                  <a:lnTo>
                    <a:pt x="371" y="2098"/>
                  </a:lnTo>
                  <a:cubicBezTo>
                    <a:pt x="0" y="2596"/>
                    <a:pt x="416" y="3184"/>
                    <a:pt x="913" y="3184"/>
                  </a:cubicBezTo>
                  <a:cubicBezTo>
                    <a:pt x="1051" y="3184"/>
                    <a:pt x="1196" y="3138"/>
                    <a:pt x="1331" y="3032"/>
                  </a:cubicBezTo>
                  <a:cubicBezTo>
                    <a:pt x="1034" y="2815"/>
                    <a:pt x="966" y="2409"/>
                    <a:pt x="1169" y="2098"/>
                  </a:cubicBezTo>
                  <a:lnTo>
                    <a:pt x="1967" y="948"/>
                  </a:lnTo>
                  <a:lnTo>
                    <a:pt x="3537" y="258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6">
              <a:extLst>
                <a:ext uri="{FF2B5EF4-FFF2-40B4-BE49-F238E27FC236}">
                  <a16:creationId xmlns:a16="http://schemas.microsoft.com/office/drawing/2014/main" id="{EBC420FF-838C-AA23-E241-3A3BC7926CC4}"/>
                </a:ext>
              </a:extLst>
            </p:cNvPr>
            <p:cNvSpPr/>
            <p:nvPr/>
          </p:nvSpPr>
          <p:spPr>
            <a:xfrm>
              <a:off x="2845749" y="1672831"/>
              <a:ext cx="93643" cy="81248"/>
            </a:xfrm>
            <a:custGeom>
              <a:avLst/>
              <a:gdLst/>
              <a:ahLst/>
              <a:cxnLst/>
              <a:rect l="l" t="t" r="r" b="b"/>
              <a:pathLst>
                <a:path w="4087" h="3546" extrusionOk="0">
                  <a:moveTo>
                    <a:pt x="1651" y="0"/>
                  </a:moveTo>
                  <a:lnTo>
                    <a:pt x="0" y="1326"/>
                  </a:lnTo>
                  <a:lnTo>
                    <a:pt x="853" y="1962"/>
                  </a:lnTo>
                  <a:lnTo>
                    <a:pt x="2801" y="3410"/>
                  </a:lnTo>
                  <a:cubicBezTo>
                    <a:pt x="2855" y="3450"/>
                    <a:pt x="2923" y="3491"/>
                    <a:pt x="2990" y="3505"/>
                  </a:cubicBezTo>
                  <a:cubicBezTo>
                    <a:pt x="3058" y="3532"/>
                    <a:pt x="3126" y="3545"/>
                    <a:pt x="3207" y="3545"/>
                  </a:cubicBezTo>
                  <a:cubicBezTo>
                    <a:pt x="3748" y="3545"/>
                    <a:pt x="4086" y="2936"/>
                    <a:pt x="3762" y="2476"/>
                  </a:cubicBezTo>
                  <a:lnTo>
                    <a:pt x="3410" y="1962"/>
                  </a:lnTo>
                  <a:lnTo>
                    <a:pt x="2977" y="1326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6">
              <a:extLst>
                <a:ext uri="{FF2B5EF4-FFF2-40B4-BE49-F238E27FC236}">
                  <a16:creationId xmlns:a16="http://schemas.microsoft.com/office/drawing/2014/main" id="{24E827E6-BA83-B968-C14E-BC022DAA29F4}"/>
                </a:ext>
              </a:extLst>
            </p:cNvPr>
            <p:cNvSpPr/>
            <p:nvPr/>
          </p:nvSpPr>
          <p:spPr>
            <a:xfrm>
              <a:off x="2845749" y="1672831"/>
              <a:ext cx="83401" cy="81248"/>
            </a:xfrm>
            <a:custGeom>
              <a:avLst/>
              <a:gdLst/>
              <a:ahLst/>
              <a:cxnLst/>
              <a:rect l="l" t="t" r="r" b="b"/>
              <a:pathLst>
                <a:path w="3640" h="3546" extrusionOk="0">
                  <a:moveTo>
                    <a:pt x="1651" y="0"/>
                  </a:moveTo>
                  <a:lnTo>
                    <a:pt x="0" y="1326"/>
                  </a:lnTo>
                  <a:lnTo>
                    <a:pt x="2801" y="3410"/>
                  </a:lnTo>
                  <a:cubicBezTo>
                    <a:pt x="2855" y="3450"/>
                    <a:pt x="2923" y="3491"/>
                    <a:pt x="2990" y="3505"/>
                  </a:cubicBezTo>
                  <a:cubicBezTo>
                    <a:pt x="3058" y="3532"/>
                    <a:pt x="3126" y="3545"/>
                    <a:pt x="3193" y="3545"/>
                  </a:cubicBezTo>
                  <a:cubicBezTo>
                    <a:pt x="3356" y="3545"/>
                    <a:pt x="3518" y="3491"/>
                    <a:pt x="3640" y="3383"/>
                  </a:cubicBezTo>
                  <a:lnTo>
                    <a:pt x="880" y="1326"/>
                  </a:lnTo>
                  <a:lnTo>
                    <a:pt x="2043" y="392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>
              <a:extLst>
                <a:ext uri="{FF2B5EF4-FFF2-40B4-BE49-F238E27FC236}">
                  <a16:creationId xmlns:a16="http://schemas.microsoft.com/office/drawing/2014/main" id="{0EAF856E-D3FD-9A21-AEC4-70D9EFC34BE2}"/>
                </a:ext>
              </a:extLst>
            </p:cNvPr>
            <p:cNvSpPr/>
            <p:nvPr/>
          </p:nvSpPr>
          <p:spPr>
            <a:xfrm>
              <a:off x="2656309" y="1681492"/>
              <a:ext cx="78155" cy="36316"/>
            </a:xfrm>
            <a:custGeom>
              <a:avLst/>
              <a:gdLst/>
              <a:ahLst/>
              <a:cxnLst/>
              <a:rect l="l" t="t" r="r" b="b"/>
              <a:pathLst>
                <a:path w="3411" h="1585" extrusionOk="0">
                  <a:moveTo>
                    <a:pt x="2599" y="1"/>
                  </a:moveTo>
                  <a:lnTo>
                    <a:pt x="434" y="948"/>
                  </a:lnTo>
                  <a:lnTo>
                    <a:pt x="1" y="1584"/>
                  </a:lnTo>
                  <a:lnTo>
                    <a:pt x="2558" y="1584"/>
                  </a:lnTo>
                  <a:lnTo>
                    <a:pt x="3410" y="948"/>
                  </a:lnTo>
                  <a:lnTo>
                    <a:pt x="259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>
              <a:extLst>
                <a:ext uri="{FF2B5EF4-FFF2-40B4-BE49-F238E27FC236}">
                  <a16:creationId xmlns:a16="http://schemas.microsoft.com/office/drawing/2014/main" id="{B1863A75-1E0E-2C74-959E-4F4E206BB5F1}"/>
                </a:ext>
              </a:extLst>
            </p:cNvPr>
            <p:cNvSpPr/>
            <p:nvPr/>
          </p:nvSpPr>
          <p:spPr>
            <a:xfrm>
              <a:off x="2845749" y="1672831"/>
              <a:ext cx="78452" cy="44977"/>
            </a:xfrm>
            <a:custGeom>
              <a:avLst/>
              <a:gdLst/>
              <a:ahLst/>
              <a:cxnLst/>
              <a:rect l="l" t="t" r="r" b="b"/>
              <a:pathLst>
                <a:path w="3424" h="1963" extrusionOk="0">
                  <a:moveTo>
                    <a:pt x="1651" y="0"/>
                  </a:moveTo>
                  <a:lnTo>
                    <a:pt x="0" y="1326"/>
                  </a:lnTo>
                  <a:lnTo>
                    <a:pt x="853" y="1962"/>
                  </a:lnTo>
                  <a:lnTo>
                    <a:pt x="3423" y="1962"/>
                  </a:lnTo>
                  <a:lnTo>
                    <a:pt x="2977" y="1326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>
              <a:extLst>
                <a:ext uri="{FF2B5EF4-FFF2-40B4-BE49-F238E27FC236}">
                  <a16:creationId xmlns:a16="http://schemas.microsoft.com/office/drawing/2014/main" id="{AC827301-917F-73A5-F998-244031B7E07D}"/>
                </a:ext>
              </a:extLst>
            </p:cNvPr>
            <p:cNvSpPr/>
            <p:nvPr/>
          </p:nvSpPr>
          <p:spPr>
            <a:xfrm>
              <a:off x="2623131" y="1459515"/>
              <a:ext cx="333927" cy="243720"/>
            </a:xfrm>
            <a:custGeom>
              <a:avLst/>
              <a:gdLst/>
              <a:ahLst/>
              <a:cxnLst/>
              <a:rect l="l" t="t" r="r" b="b"/>
              <a:pathLst>
                <a:path w="14574" h="10637" extrusionOk="0">
                  <a:moveTo>
                    <a:pt x="1435" y="1"/>
                  </a:moveTo>
                  <a:cubicBezTo>
                    <a:pt x="637" y="1"/>
                    <a:pt x="1" y="637"/>
                    <a:pt x="1" y="1435"/>
                  </a:cubicBezTo>
                  <a:lnTo>
                    <a:pt x="1" y="9215"/>
                  </a:lnTo>
                  <a:cubicBezTo>
                    <a:pt x="1" y="10000"/>
                    <a:pt x="637" y="10636"/>
                    <a:pt x="1435" y="10636"/>
                  </a:cubicBezTo>
                  <a:lnTo>
                    <a:pt x="13139" y="10636"/>
                  </a:lnTo>
                  <a:cubicBezTo>
                    <a:pt x="13924" y="10636"/>
                    <a:pt x="14574" y="10000"/>
                    <a:pt x="14574" y="9215"/>
                  </a:cubicBezTo>
                  <a:lnTo>
                    <a:pt x="14574" y="1435"/>
                  </a:lnTo>
                  <a:cubicBezTo>
                    <a:pt x="14574" y="637"/>
                    <a:pt x="13924" y="1"/>
                    <a:pt x="13139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6">
              <a:extLst>
                <a:ext uri="{FF2B5EF4-FFF2-40B4-BE49-F238E27FC236}">
                  <a16:creationId xmlns:a16="http://schemas.microsoft.com/office/drawing/2014/main" id="{5898F98C-C80B-EE1C-E6C7-BC8C5AF868F6}"/>
                </a:ext>
              </a:extLst>
            </p:cNvPr>
            <p:cNvSpPr/>
            <p:nvPr/>
          </p:nvSpPr>
          <p:spPr>
            <a:xfrm>
              <a:off x="2623131" y="1459515"/>
              <a:ext cx="48093" cy="243720"/>
            </a:xfrm>
            <a:custGeom>
              <a:avLst/>
              <a:gdLst/>
              <a:ahLst/>
              <a:cxnLst/>
              <a:rect l="l" t="t" r="r" b="b"/>
              <a:pathLst>
                <a:path w="2099" h="10637" extrusionOk="0">
                  <a:moveTo>
                    <a:pt x="1435" y="1"/>
                  </a:moveTo>
                  <a:cubicBezTo>
                    <a:pt x="637" y="1"/>
                    <a:pt x="1" y="637"/>
                    <a:pt x="1" y="1435"/>
                  </a:cubicBezTo>
                  <a:lnTo>
                    <a:pt x="1" y="9215"/>
                  </a:lnTo>
                  <a:cubicBezTo>
                    <a:pt x="1" y="10000"/>
                    <a:pt x="637" y="10636"/>
                    <a:pt x="1435" y="10636"/>
                  </a:cubicBezTo>
                  <a:lnTo>
                    <a:pt x="2098" y="10636"/>
                  </a:lnTo>
                  <a:cubicBezTo>
                    <a:pt x="1300" y="10636"/>
                    <a:pt x="664" y="10000"/>
                    <a:pt x="664" y="9215"/>
                  </a:cubicBezTo>
                  <a:lnTo>
                    <a:pt x="664" y="1435"/>
                  </a:lnTo>
                  <a:cubicBezTo>
                    <a:pt x="664" y="637"/>
                    <a:pt x="1300" y="1"/>
                    <a:pt x="209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6">
              <a:extLst>
                <a:ext uri="{FF2B5EF4-FFF2-40B4-BE49-F238E27FC236}">
                  <a16:creationId xmlns:a16="http://schemas.microsoft.com/office/drawing/2014/main" id="{D8DDC1DB-21A0-9682-9BAE-DD7773028F83}"/>
                </a:ext>
              </a:extLst>
            </p:cNvPr>
            <p:cNvSpPr/>
            <p:nvPr/>
          </p:nvSpPr>
          <p:spPr>
            <a:xfrm>
              <a:off x="2650100" y="1486185"/>
              <a:ext cx="279991" cy="190380"/>
            </a:xfrm>
            <a:custGeom>
              <a:avLst/>
              <a:gdLst/>
              <a:ahLst/>
              <a:cxnLst/>
              <a:rect l="l" t="t" r="r" b="b"/>
              <a:pathLst>
                <a:path w="12220" h="8309" extrusionOk="0">
                  <a:moveTo>
                    <a:pt x="853" y="0"/>
                  </a:moveTo>
                  <a:cubicBezTo>
                    <a:pt x="380" y="0"/>
                    <a:pt x="1" y="393"/>
                    <a:pt x="1" y="866"/>
                  </a:cubicBezTo>
                  <a:lnTo>
                    <a:pt x="1" y="7442"/>
                  </a:lnTo>
                  <a:cubicBezTo>
                    <a:pt x="1" y="7916"/>
                    <a:pt x="380" y="8308"/>
                    <a:pt x="853" y="8308"/>
                  </a:cubicBezTo>
                  <a:lnTo>
                    <a:pt x="11367" y="8308"/>
                  </a:lnTo>
                  <a:cubicBezTo>
                    <a:pt x="11841" y="8308"/>
                    <a:pt x="12220" y="7916"/>
                    <a:pt x="12220" y="7442"/>
                  </a:cubicBezTo>
                  <a:lnTo>
                    <a:pt x="12220" y="866"/>
                  </a:lnTo>
                  <a:cubicBezTo>
                    <a:pt x="12220" y="393"/>
                    <a:pt x="11841" y="0"/>
                    <a:pt x="11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6">
              <a:extLst>
                <a:ext uri="{FF2B5EF4-FFF2-40B4-BE49-F238E27FC236}">
                  <a16:creationId xmlns:a16="http://schemas.microsoft.com/office/drawing/2014/main" id="{7CF879C6-A0E6-CAAE-1921-75AD080D98F6}"/>
                </a:ext>
              </a:extLst>
            </p:cNvPr>
            <p:cNvSpPr/>
            <p:nvPr/>
          </p:nvSpPr>
          <p:spPr>
            <a:xfrm>
              <a:off x="2834568" y="1504470"/>
              <a:ext cx="35056" cy="46077"/>
            </a:xfrm>
            <a:custGeom>
              <a:avLst/>
              <a:gdLst/>
              <a:ahLst/>
              <a:cxnLst/>
              <a:rect l="l" t="t" r="r" b="b"/>
              <a:pathLst>
                <a:path w="1530" h="2011" extrusionOk="0">
                  <a:moveTo>
                    <a:pt x="1313" y="1"/>
                  </a:moveTo>
                  <a:cubicBezTo>
                    <a:pt x="1192" y="1"/>
                    <a:pt x="1097" y="109"/>
                    <a:pt x="1097" y="231"/>
                  </a:cubicBezTo>
                  <a:lnTo>
                    <a:pt x="1097" y="758"/>
                  </a:lnTo>
                  <a:lnTo>
                    <a:pt x="448" y="758"/>
                  </a:lnTo>
                  <a:lnTo>
                    <a:pt x="448" y="231"/>
                  </a:lnTo>
                  <a:cubicBezTo>
                    <a:pt x="448" y="82"/>
                    <a:pt x="336" y="7"/>
                    <a:pt x="224" y="7"/>
                  </a:cubicBezTo>
                  <a:cubicBezTo>
                    <a:pt x="113" y="7"/>
                    <a:pt x="1" y="82"/>
                    <a:pt x="1" y="231"/>
                  </a:cubicBezTo>
                  <a:lnTo>
                    <a:pt x="1" y="1787"/>
                  </a:lnTo>
                  <a:cubicBezTo>
                    <a:pt x="1" y="1936"/>
                    <a:pt x="113" y="2010"/>
                    <a:pt x="224" y="2010"/>
                  </a:cubicBezTo>
                  <a:cubicBezTo>
                    <a:pt x="336" y="2010"/>
                    <a:pt x="448" y="1936"/>
                    <a:pt x="448" y="1787"/>
                  </a:cubicBezTo>
                  <a:lnTo>
                    <a:pt x="448" y="1205"/>
                  </a:lnTo>
                  <a:lnTo>
                    <a:pt x="1097" y="1205"/>
                  </a:lnTo>
                  <a:lnTo>
                    <a:pt x="1097" y="1787"/>
                  </a:lnTo>
                  <a:cubicBezTo>
                    <a:pt x="1097" y="1936"/>
                    <a:pt x="1205" y="2010"/>
                    <a:pt x="1313" y="2010"/>
                  </a:cubicBezTo>
                  <a:cubicBezTo>
                    <a:pt x="1422" y="2010"/>
                    <a:pt x="1530" y="1936"/>
                    <a:pt x="1530" y="1787"/>
                  </a:cubicBezTo>
                  <a:lnTo>
                    <a:pt x="1530" y="231"/>
                  </a:lnTo>
                  <a:cubicBezTo>
                    <a:pt x="1530" y="109"/>
                    <a:pt x="1435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6">
              <a:extLst>
                <a:ext uri="{FF2B5EF4-FFF2-40B4-BE49-F238E27FC236}">
                  <a16:creationId xmlns:a16="http://schemas.microsoft.com/office/drawing/2014/main" id="{2E3F283E-5FB5-C686-F328-0FA4E097560A}"/>
                </a:ext>
              </a:extLst>
            </p:cNvPr>
            <p:cNvSpPr/>
            <p:nvPr/>
          </p:nvSpPr>
          <p:spPr>
            <a:xfrm>
              <a:off x="2878606" y="1505707"/>
              <a:ext cx="33819" cy="44977"/>
            </a:xfrm>
            <a:custGeom>
              <a:avLst/>
              <a:gdLst/>
              <a:ahLst/>
              <a:cxnLst/>
              <a:rect l="l" t="t" r="r" b="b"/>
              <a:pathLst>
                <a:path w="1476" h="1963" extrusionOk="0">
                  <a:moveTo>
                    <a:pt x="636" y="447"/>
                  </a:moveTo>
                  <a:cubicBezTo>
                    <a:pt x="1002" y="447"/>
                    <a:pt x="1042" y="853"/>
                    <a:pt x="1042" y="989"/>
                  </a:cubicBezTo>
                  <a:cubicBezTo>
                    <a:pt x="1042" y="1246"/>
                    <a:pt x="921" y="1516"/>
                    <a:pt x="650" y="1516"/>
                  </a:cubicBezTo>
                  <a:lnTo>
                    <a:pt x="433" y="1516"/>
                  </a:lnTo>
                  <a:lnTo>
                    <a:pt x="433" y="989"/>
                  </a:lnTo>
                  <a:lnTo>
                    <a:pt x="433" y="447"/>
                  </a:lnTo>
                  <a:close/>
                  <a:moveTo>
                    <a:pt x="217" y="1"/>
                  </a:moveTo>
                  <a:cubicBezTo>
                    <a:pt x="95" y="1"/>
                    <a:pt x="0" y="96"/>
                    <a:pt x="0" y="217"/>
                  </a:cubicBezTo>
                  <a:lnTo>
                    <a:pt x="0" y="975"/>
                  </a:lnTo>
                  <a:lnTo>
                    <a:pt x="0" y="1733"/>
                  </a:lnTo>
                  <a:cubicBezTo>
                    <a:pt x="0" y="1800"/>
                    <a:pt x="27" y="1855"/>
                    <a:pt x="68" y="1895"/>
                  </a:cubicBezTo>
                  <a:cubicBezTo>
                    <a:pt x="109" y="1936"/>
                    <a:pt x="163" y="1963"/>
                    <a:pt x="217" y="1963"/>
                  </a:cubicBezTo>
                  <a:lnTo>
                    <a:pt x="663" y="1963"/>
                  </a:lnTo>
                  <a:cubicBezTo>
                    <a:pt x="1137" y="1949"/>
                    <a:pt x="1475" y="1543"/>
                    <a:pt x="1475" y="975"/>
                  </a:cubicBezTo>
                  <a:cubicBezTo>
                    <a:pt x="1475" y="393"/>
                    <a:pt x="1137" y="1"/>
                    <a:pt x="650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6">
              <a:extLst>
                <a:ext uri="{FF2B5EF4-FFF2-40B4-BE49-F238E27FC236}">
                  <a16:creationId xmlns:a16="http://schemas.microsoft.com/office/drawing/2014/main" id="{41C4CDCA-951A-D9FB-A8A4-1271FAB90E46}"/>
                </a:ext>
              </a:extLst>
            </p:cNvPr>
            <p:cNvSpPr/>
            <p:nvPr/>
          </p:nvSpPr>
          <p:spPr>
            <a:xfrm>
              <a:off x="2762646" y="1548370"/>
              <a:ext cx="64522" cy="66332"/>
            </a:xfrm>
            <a:custGeom>
              <a:avLst/>
              <a:gdLst/>
              <a:ahLst/>
              <a:cxnLst/>
              <a:rect l="l" t="t" r="r" b="b"/>
              <a:pathLst>
                <a:path w="2816" h="2895" extrusionOk="0">
                  <a:moveTo>
                    <a:pt x="718" y="0"/>
                  </a:moveTo>
                  <a:cubicBezTo>
                    <a:pt x="341" y="0"/>
                    <a:pt x="1" y="304"/>
                    <a:pt x="1" y="723"/>
                  </a:cubicBezTo>
                  <a:lnTo>
                    <a:pt x="1" y="2171"/>
                  </a:lnTo>
                  <a:cubicBezTo>
                    <a:pt x="1" y="2591"/>
                    <a:pt x="341" y="2894"/>
                    <a:pt x="718" y="2894"/>
                  </a:cubicBezTo>
                  <a:cubicBezTo>
                    <a:pt x="839" y="2894"/>
                    <a:pt x="965" y="2863"/>
                    <a:pt x="1083" y="2794"/>
                  </a:cubicBezTo>
                  <a:lnTo>
                    <a:pt x="2328" y="2076"/>
                  </a:lnTo>
                  <a:cubicBezTo>
                    <a:pt x="2815" y="1792"/>
                    <a:pt x="2815" y="1102"/>
                    <a:pt x="2328" y="818"/>
                  </a:cubicBezTo>
                  <a:lnTo>
                    <a:pt x="1083" y="101"/>
                  </a:lnTo>
                  <a:cubicBezTo>
                    <a:pt x="965" y="32"/>
                    <a:pt x="839" y="0"/>
                    <a:pt x="71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>
              <a:extLst>
                <a:ext uri="{FF2B5EF4-FFF2-40B4-BE49-F238E27FC236}">
                  <a16:creationId xmlns:a16="http://schemas.microsoft.com/office/drawing/2014/main" id="{9550BFE2-3A76-760D-EA7F-F5549EC6E091}"/>
                </a:ext>
              </a:extLst>
            </p:cNvPr>
            <p:cNvSpPr/>
            <p:nvPr/>
          </p:nvSpPr>
          <p:spPr>
            <a:xfrm>
              <a:off x="2762646" y="1548232"/>
              <a:ext cx="24837" cy="66286"/>
            </a:xfrm>
            <a:custGeom>
              <a:avLst/>
              <a:gdLst/>
              <a:ahLst/>
              <a:cxnLst/>
              <a:rect l="l" t="t" r="r" b="b"/>
              <a:pathLst>
                <a:path w="1084" h="2893" extrusionOk="0">
                  <a:moveTo>
                    <a:pt x="729" y="0"/>
                  </a:moveTo>
                  <a:cubicBezTo>
                    <a:pt x="348" y="0"/>
                    <a:pt x="1" y="306"/>
                    <a:pt x="1" y="729"/>
                  </a:cubicBezTo>
                  <a:lnTo>
                    <a:pt x="1" y="2164"/>
                  </a:lnTo>
                  <a:cubicBezTo>
                    <a:pt x="1" y="2587"/>
                    <a:pt x="348" y="2893"/>
                    <a:pt x="729" y="2893"/>
                  </a:cubicBezTo>
                  <a:cubicBezTo>
                    <a:pt x="847" y="2893"/>
                    <a:pt x="968" y="2863"/>
                    <a:pt x="1083" y="2800"/>
                  </a:cubicBezTo>
                  <a:cubicBezTo>
                    <a:pt x="853" y="2664"/>
                    <a:pt x="704" y="2434"/>
                    <a:pt x="718" y="2164"/>
                  </a:cubicBezTo>
                  <a:lnTo>
                    <a:pt x="718" y="729"/>
                  </a:lnTo>
                  <a:cubicBezTo>
                    <a:pt x="704" y="459"/>
                    <a:pt x="853" y="229"/>
                    <a:pt x="1083" y="93"/>
                  </a:cubicBezTo>
                  <a:cubicBezTo>
                    <a:pt x="968" y="29"/>
                    <a:pt x="847" y="0"/>
                    <a:pt x="729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0" name="Google Shape;1290;p46">
            <a:extLst>
              <a:ext uri="{FF2B5EF4-FFF2-40B4-BE49-F238E27FC236}">
                <a16:creationId xmlns:a16="http://schemas.microsoft.com/office/drawing/2014/main" id="{EDAFA53D-086F-FDA4-24DE-01E1FAB4282E}"/>
              </a:ext>
            </a:extLst>
          </p:cNvPr>
          <p:cNvGrpSpPr/>
          <p:nvPr/>
        </p:nvGrpSpPr>
        <p:grpSpPr>
          <a:xfrm>
            <a:off x="6826238" y="2118836"/>
            <a:ext cx="409028" cy="380736"/>
            <a:chOff x="1933328" y="1442422"/>
            <a:chExt cx="353127" cy="328703"/>
          </a:xfrm>
        </p:grpSpPr>
        <p:sp>
          <p:nvSpPr>
            <p:cNvPr id="1291" name="Google Shape;1291;p46">
              <a:extLst>
                <a:ext uri="{FF2B5EF4-FFF2-40B4-BE49-F238E27FC236}">
                  <a16:creationId xmlns:a16="http://schemas.microsoft.com/office/drawing/2014/main" id="{6D4D7D43-C6FD-5596-4438-69C7D6782D98}"/>
                </a:ext>
              </a:extLst>
            </p:cNvPr>
            <p:cNvSpPr/>
            <p:nvPr/>
          </p:nvSpPr>
          <p:spPr>
            <a:xfrm>
              <a:off x="2006419" y="1562324"/>
              <a:ext cx="215950" cy="73320"/>
            </a:xfrm>
            <a:custGeom>
              <a:avLst/>
              <a:gdLst/>
              <a:ahLst/>
              <a:cxnLst/>
              <a:rect l="l" t="t" r="r" b="b"/>
              <a:pathLst>
                <a:path w="9425" h="3200" extrusionOk="0">
                  <a:moveTo>
                    <a:pt x="863" y="1"/>
                  </a:moveTo>
                  <a:cubicBezTo>
                    <a:pt x="424" y="1"/>
                    <a:pt x="0" y="515"/>
                    <a:pt x="369" y="980"/>
                  </a:cubicBezTo>
                  <a:cubicBezTo>
                    <a:pt x="883" y="1684"/>
                    <a:pt x="1546" y="2252"/>
                    <a:pt x="2331" y="2645"/>
                  </a:cubicBezTo>
                  <a:cubicBezTo>
                    <a:pt x="3075" y="3010"/>
                    <a:pt x="3887" y="3199"/>
                    <a:pt x="4712" y="3199"/>
                  </a:cubicBezTo>
                  <a:cubicBezTo>
                    <a:pt x="5538" y="3199"/>
                    <a:pt x="6349" y="3010"/>
                    <a:pt x="7094" y="2645"/>
                  </a:cubicBezTo>
                  <a:cubicBezTo>
                    <a:pt x="7878" y="2252"/>
                    <a:pt x="8555" y="1684"/>
                    <a:pt x="9056" y="980"/>
                  </a:cubicBezTo>
                  <a:cubicBezTo>
                    <a:pt x="9424" y="515"/>
                    <a:pt x="9007" y="1"/>
                    <a:pt x="8567" y="1"/>
                  </a:cubicBezTo>
                  <a:cubicBezTo>
                    <a:pt x="8393" y="1"/>
                    <a:pt x="8216" y="81"/>
                    <a:pt x="8081" y="277"/>
                  </a:cubicBezTo>
                  <a:cubicBezTo>
                    <a:pt x="7249" y="1420"/>
                    <a:pt x="5981" y="1992"/>
                    <a:pt x="4712" y="1992"/>
                  </a:cubicBezTo>
                  <a:cubicBezTo>
                    <a:pt x="3444" y="1992"/>
                    <a:pt x="2175" y="1420"/>
                    <a:pt x="1343" y="277"/>
                  </a:cubicBezTo>
                  <a:cubicBezTo>
                    <a:pt x="1213" y="81"/>
                    <a:pt x="1037" y="1"/>
                    <a:pt x="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6">
              <a:extLst>
                <a:ext uri="{FF2B5EF4-FFF2-40B4-BE49-F238E27FC236}">
                  <a16:creationId xmlns:a16="http://schemas.microsoft.com/office/drawing/2014/main" id="{5FFDD07F-3542-FB40-94B9-9B8D196321CA}"/>
                </a:ext>
              </a:extLst>
            </p:cNvPr>
            <p:cNvSpPr/>
            <p:nvPr/>
          </p:nvSpPr>
          <p:spPr>
            <a:xfrm>
              <a:off x="2011436" y="1569587"/>
              <a:ext cx="205892" cy="65896"/>
            </a:xfrm>
            <a:custGeom>
              <a:avLst/>
              <a:gdLst/>
              <a:ahLst/>
              <a:cxnLst/>
              <a:rect l="l" t="t" r="r" b="b"/>
              <a:pathLst>
                <a:path w="8986" h="2876" extrusionOk="0">
                  <a:moveTo>
                    <a:pt x="123" y="0"/>
                  </a:moveTo>
                  <a:cubicBezTo>
                    <a:pt x="1" y="217"/>
                    <a:pt x="14" y="474"/>
                    <a:pt x="150" y="663"/>
                  </a:cubicBezTo>
                  <a:cubicBezTo>
                    <a:pt x="664" y="1367"/>
                    <a:pt x="1327" y="1935"/>
                    <a:pt x="2112" y="2328"/>
                  </a:cubicBezTo>
                  <a:cubicBezTo>
                    <a:pt x="2863" y="2693"/>
                    <a:pt x="3678" y="2876"/>
                    <a:pt x="4493" y="2876"/>
                  </a:cubicBezTo>
                  <a:cubicBezTo>
                    <a:pt x="5308" y="2876"/>
                    <a:pt x="6124" y="2693"/>
                    <a:pt x="6875" y="2328"/>
                  </a:cubicBezTo>
                  <a:cubicBezTo>
                    <a:pt x="7659" y="1935"/>
                    <a:pt x="8336" y="1367"/>
                    <a:pt x="8837" y="663"/>
                  </a:cubicBezTo>
                  <a:lnTo>
                    <a:pt x="8837" y="677"/>
                  </a:lnTo>
                  <a:cubicBezTo>
                    <a:pt x="8986" y="474"/>
                    <a:pt x="8986" y="217"/>
                    <a:pt x="8864" y="14"/>
                  </a:cubicBezTo>
                  <a:lnTo>
                    <a:pt x="8864" y="14"/>
                  </a:lnTo>
                  <a:lnTo>
                    <a:pt x="8837" y="54"/>
                  </a:lnTo>
                  <a:cubicBezTo>
                    <a:pt x="8336" y="758"/>
                    <a:pt x="7659" y="1326"/>
                    <a:pt x="6875" y="1705"/>
                  </a:cubicBezTo>
                  <a:cubicBezTo>
                    <a:pt x="6124" y="2077"/>
                    <a:pt x="5308" y="2263"/>
                    <a:pt x="4493" y="2263"/>
                  </a:cubicBezTo>
                  <a:cubicBezTo>
                    <a:pt x="3678" y="2263"/>
                    <a:pt x="2863" y="2077"/>
                    <a:pt x="2112" y="1705"/>
                  </a:cubicBezTo>
                  <a:cubicBezTo>
                    <a:pt x="1327" y="1326"/>
                    <a:pt x="664" y="758"/>
                    <a:pt x="150" y="41"/>
                  </a:cubicBezTo>
                  <a:cubicBezTo>
                    <a:pt x="136" y="27"/>
                    <a:pt x="136" y="14"/>
                    <a:pt x="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6">
              <a:extLst>
                <a:ext uri="{FF2B5EF4-FFF2-40B4-BE49-F238E27FC236}">
                  <a16:creationId xmlns:a16="http://schemas.microsoft.com/office/drawing/2014/main" id="{ED1D5498-3874-46FB-9015-28204710D60D}"/>
                </a:ext>
              </a:extLst>
            </p:cNvPr>
            <p:cNvSpPr/>
            <p:nvPr/>
          </p:nvSpPr>
          <p:spPr>
            <a:xfrm>
              <a:off x="2006167" y="1653607"/>
              <a:ext cx="214873" cy="117197"/>
            </a:xfrm>
            <a:custGeom>
              <a:avLst/>
              <a:gdLst/>
              <a:ahLst/>
              <a:cxnLst/>
              <a:rect l="l" t="t" r="r" b="b"/>
              <a:pathLst>
                <a:path w="9378" h="5115" extrusionOk="0">
                  <a:moveTo>
                    <a:pt x="2558" y="0"/>
                  </a:moveTo>
                  <a:lnTo>
                    <a:pt x="339" y="3518"/>
                  </a:lnTo>
                  <a:lnTo>
                    <a:pt x="1" y="4222"/>
                  </a:lnTo>
                  <a:lnTo>
                    <a:pt x="380" y="5115"/>
                  </a:lnTo>
                  <a:lnTo>
                    <a:pt x="9053" y="5115"/>
                  </a:lnTo>
                  <a:lnTo>
                    <a:pt x="9378" y="4086"/>
                  </a:lnTo>
                  <a:lnTo>
                    <a:pt x="9107" y="3518"/>
                  </a:lnTo>
                  <a:lnTo>
                    <a:pt x="68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6">
              <a:extLst>
                <a:ext uri="{FF2B5EF4-FFF2-40B4-BE49-F238E27FC236}">
                  <a16:creationId xmlns:a16="http://schemas.microsoft.com/office/drawing/2014/main" id="{02E78A9C-053D-546E-079A-4A8D7D3E3267}"/>
                </a:ext>
              </a:extLst>
            </p:cNvPr>
            <p:cNvSpPr/>
            <p:nvPr/>
          </p:nvSpPr>
          <p:spPr>
            <a:xfrm>
              <a:off x="2061981" y="1467649"/>
              <a:ext cx="105123" cy="93918"/>
            </a:xfrm>
            <a:custGeom>
              <a:avLst/>
              <a:gdLst/>
              <a:ahLst/>
              <a:cxnLst/>
              <a:rect l="l" t="t" r="r" b="b"/>
              <a:pathLst>
                <a:path w="4588" h="4099" extrusionOk="0">
                  <a:moveTo>
                    <a:pt x="2294" y="1"/>
                  </a:moveTo>
                  <a:cubicBezTo>
                    <a:pt x="2081" y="1"/>
                    <a:pt x="1868" y="113"/>
                    <a:pt x="1759" y="336"/>
                  </a:cubicBezTo>
                  <a:lnTo>
                    <a:pt x="1557" y="728"/>
                  </a:lnTo>
                  <a:cubicBezTo>
                    <a:pt x="1475" y="904"/>
                    <a:pt x="1313" y="1026"/>
                    <a:pt x="1110" y="1053"/>
                  </a:cubicBezTo>
                  <a:lnTo>
                    <a:pt x="677" y="1121"/>
                  </a:lnTo>
                  <a:cubicBezTo>
                    <a:pt x="190" y="1188"/>
                    <a:pt x="0" y="1784"/>
                    <a:pt x="352" y="2135"/>
                  </a:cubicBezTo>
                  <a:lnTo>
                    <a:pt x="663" y="2433"/>
                  </a:lnTo>
                  <a:cubicBezTo>
                    <a:pt x="799" y="2582"/>
                    <a:pt x="866" y="2771"/>
                    <a:pt x="826" y="2961"/>
                  </a:cubicBezTo>
                  <a:lnTo>
                    <a:pt x="758" y="3407"/>
                  </a:lnTo>
                  <a:cubicBezTo>
                    <a:pt x="694" y="3783"/>
                    <a:pt x="995" y="4099"/>
                    <a:pt x="1346" y="4099"/>
                  </a:cubicBezTo>
                  <a:cubicBezTo>
                    <a:pt x="1437" y="4099"/>
                    <a:pt x="1532" y="4077"/>
                    <a:pt x="1624" y="4030"/>
                  </a:cubicBezTo>
                  <a:lnTo>
                    <a:pt x="2017" y="3827"/>
                  </a:lnTo>
                  <a:cubicBezTo>
                    <a:pt x="2105" y="3779"/>
                    <a:pt x="2199" y="3756"/>
                    <a:pt x="2294" y="3756"/>
                  </a:cubicBezTo>
                  <a:cubicBezTo>
                    <a:pt x="2389" y="3756"/>
                    <a:pt x="2483" y="3779"/>
                    <a:pt x="2571" y="3827"/>
                  </a:cubicBezTo>
                  <a:lnTo>
                    <a:pt x="2964" y="4030"/>
                  </a:lnTo>
                  <a:cubicBezTo>
                    <a:pt x="3053" y="4077"/>
                    <a:pt x="3146" y="4099"/>
                    <a:pt x="3237" y="4099"/>
                  </a:cubicBezTo>
                  <a:cubicBezTo>
                    <a:pt x="3584" y="4099"/>
                    <a:pt x="3891" y="3783"/>
                    <a:pt x="3816" y="3407"/>
                  </a:cubicBezTo>
                  <a:lnTo>
                    <a:pt x="3749" y="2961"/>
                  </a:lnTo>
                  <a:cubicBezTo>
                    <a:pt x="3708" y="2771"/>
                    <a:pt x="3776" y="2582"/>
                    <a:pt x="3911" y="2433"/>
                  </a:cubicBezTo>
                  <a:lnTo>
                    <a:pt x="4236" y="2135"/>
                  </a:lnTo>
                  <a:cubicBezTo>
                    <a:pt x="4587" y="1784"/>
                    <a:pt x="4398" y="1188"/>
                    <a:pt x="3897" y="1121"/>
                  </a:cubicBezTo>
                  <a:lnTo>
                    <a:pt x="3464" y="1053"/>
                  </a:lnTo>
                  <a:cubicBezTo>
                    <a:pt x="3275" y="1026"/>
                    <a:pt x="3099" y="904"/>
                    <a:pt x="3018" y="728"/>
                  </a:cubicBezTo>
                  <a:lnTo>
                    <a:pt x="2828" y="336"/>
                  </a:lnTo>
                  <a:cubicBezTo>
                    <a:pt x="2720" y="113"/>
                    <a:pt x="2507" y="1"/>
                    <a:pt x="2294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6">
              <a:extLst>
                <a:ext uri="{FF2B5EF4-FFF2-40B4-BE49-F238E27FC236}">
                  <a16:creationId xmlns:a16="http://schemas.microsoft.com/office/drawing/2014/main" id="{4B066C4D-EDB1-C84B-D902-63F0A9AEF673}"/>
                </a:ext>
              </a:extLst>
            </p:cNvPr>
            <p:cNvSpPr/>
            <p:nvPr/>
          </p:nvSpPr>
          <p:spPr>
            <a:xfrm>
              <a:off x="2061981" y="1467466"/>
              <a:ext cx="59229" cy="94102"/>
            </a:xfrm>
            <a:custGeom>
              <a:avLst/>
              <a:gdLst/>
              <a:ahLst/>
              <a:cxnLst/>
              <a:rect l="l" t="t" r="r" b="b"/>
              <a:pathLst>
                <a:path w="2585" h="4107" extrusionOk="0">
                  <a:moveTo>
                    <a:pt x="2300" y="1"/>
                  </a:moveTo>
                  <a:cubicBezTo>
                    <a:pt x="2079" y="1"/>
                    <a:pt x="1863" y="123"/>
                    <a:pt x="1759" y="330"/>
                  </a:cubicBezTo>
                  <a:lnTo>
                    <a:pt x="1570" y="736"/>
                  </a:lnTo>
                  <a:cubicBezTo>
                    <a:pt x="1475" y="912"/>
                    <a:pt x="1313" y="1034"/>
                    <a:pt x="1124" y="1061"/>
                  </a:cubicBezTo>
                  <a:lnTo>
                    <a:pt x="677" y="1115"/>
                  </a:lnTo>
                  <a:cubicBezTo>
                    <a:pt x="190" y="1196"/>
                    <a:pt x="0" y="1792"/>
                    <a:pt x="352" y="2130"/>
                  </a:cubicBezTo>
                  <a:lnTo>
                    <a:pt x="663" y="2441"/>
                  </a:lnTo>
                  <a:cubicBezTo>
                    <a:pt x="812" y="2576"/>
                    <a:pt x="866" y="2779"/>
                    <a:pt x="839" y="2969"/>
                  </a:cubicBezTo>
                  <a:lnTo>
                    <a:pt x="758" y="3402"/>
                  </a:lnTo>
                  <a:cubicBezTo>
                    <a:pt x="694" y="3788"/>
                    <a:pt x="1004" y="4107"/>
                    <a:pt x="1352" y="4107"/>
                  </a:cubicBezTo>
                  <a:cubicBezTo>
                    <a:pt x="1442" y="4107"/>
                    <a:pt x="1535" y="4085"/>
                    <a:pt x="1624" y="4038"/>
                  </a:cubicBezTo>
                  <a:cubicBezTo>
                    <a:pt x="1394" y="3916"/>
                    <a:pt x="1272" y="3659"/>
                    <a:pt x="1326" y="3415"/>
                  </a:cubicBezTo>
                  <a:lnTo>
                    <a:pt x="1394" y="2969"/>
                  </a:lnTo>
                  <a:cubicBezTo>
                    <a:pt x="1435" y="2779"/>
                    <a:pt x="1367" y="2590"/>
                    <a:pt x="1232" y="2441"/>
                  </a:cubicBezTo>
                  <a:lnTo>
                    <a:pt x="907" y="2143"/>
                  </a:lnTo>
                  <a:cubicBezTo>
                    <a:pt x="555" y="1792"/>
                    <a:pt x="745" y="1196"/>
                    <a:pt x="1245" y="1129"/>
                  </a:cubicBezTo>
                  <a:lnTo>
                    <a:pt x="1678" y="1061"/>
                  </a:lnTo>
                  <a:cubicBezTo>
                    <a:pt x="1868" y="1034"/>
                    <a:pt x="2044" y="912"/>
                    <a:pt x="2125" y="736"/>
                  </a:cubicBezTo>
                  <a:lnTo>
                    <a:pt x="2314" y="344"/>
                  </a:lnTo>
                  <a:cubicBezTo>
                    <a:pt x="2368" y="222"/>
                    <a:pt x="2463" y="141"/>
                    <a:pt x="2571" y="73"/>
                  </a:cubicBezTo>
                  <a:lnTo>
                    <a:pt x="2585" y="73"/>
                  </a:lnTo>
                  <a:cubicBezTo>
                    <a:pt x="2495" y="24"/>
                    <a:pt x="2397" y="1"/>
                    <a:pt x="23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6">
              <a:extLst>
                <a:ext uri="{FF2B5EF4-FFF2-40B4-BE49-F238E27FC236}">
                  <a16:creationId xmlns:a16="http://schemas.microsoft.com/office/drawing/2014/main" id="{494CDFAB-D1FC-C115-B4CC-9CF5F571DDCD}"/>
                </a:ext>
              </a:extLst>
            </p:cNvPr>
            <p:cNvSpPr/>
            <p:nvPr/>
          </p:nvSpPr>
          <p:spPr>
            <a:xfrm>
              <a:off x="2120889" y="1553686"/>
              <a:ext cx="21721" cy="7928"/>
            </a:xfrm>
            <a:custGeom>
              <a:avLst/>
              <a:gdLst/>
              <a:ahLst/>
              <a:cxnLst/>
              <a:rect l="l" t="t" r="r" b="b"/>
              <a:pathLst>
                <a:path w="948" h="346" extrusionOk="0">
                  <a:moveTo>
                    <a:pt x="278" y="1"/>
                  </a:moveTo>
                  <a:cubicBezTo>
                    <a:pt x="183" y="1"/>
                    <a:pt x="88" y="24"/>
                    <a:pt x="0" y="72"/>
                  </a:cubicBezTo>
                  <a:lnTo>
                    <a:pt x="393" y="275"/>
                  </a:lnTo>
                  <a:cubicBezTo>
                    <a:pt x="474" y="322"/>
                    <a:pt x="569" y="346"/>
                    <a:pt x="665" y="346"/>
                  </a:cubicBezTo>
                  <a:cubicBezTo>
                    <a:pt x="761" y="346"/>
                    <a:pt x="860" y="322"/>
                    <a:pt x="948" y="275"/>
                  </a:cubicBezTo>
                  <a:lnTo>
                    <a:pt x="555" y="72"/>
                  </a:lnTo>
                  <a:cubicBezTo>
                    <a:pt x="467" y="24"/>
                    <a:pt x="372" y="1"/>
                    <a:pt x="278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>
              <a:extLst>
                <a:ext uri="{FF2B5EF4-FFF2-40B4-BE49-F238E27FC236}">
                  <a16:creationId xmlns:a16="http://schemas.microsoft.com/office/drawing/2014/main" id="{D1B9CBB7-7957-8300-4A2B-B566D1B09FF7}"/>
                </a:ext>
              </a:extLst>
            </p:cNvPr>
            <p:cNvSpPr/>
            <p:nvPr/>
          </p:nvSpPr>
          <p:spPr>
            <a:xfrm>
              <a:off x="1964626" y="1551898"/>
              <a:ext cx="49331" cy="186989"/>
            </a:xfrm>
            <a:custGeom>
              <a:avLst/>
              <a:gdLst/>
              <a:ahLst/>
              <a:cxnLst/>
              <a:rect l="l" t="t" r="r" b="b"/>
              <a:pathLst>
                <a:path w="2153" h="8161" extrusionOk="0">
                  <a:moveTo>
                    <a:pt x="1" y="1"/>
                  </a:moveTo>
                  <a:lnTo>
                    <a:pt x="1" y="8160"/>
                  </a:lnTo>
                  <a:lnTo>
                    <a:pt x="2152" y="8160"/>
                  </a:lnTo>
                  <a:lnTo>
                    <a:pt x="2152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6">
              <a:extLst>
                <a:ext uri="{FF2B5EF4-FFF2-40B4-BE49-F238E27FC236}">
                  <a16:creationId xmlns:a16="http://schemas.microsoft.com/office/drawing/2014/main" id="{DB18534B-2D89-94ED-A201-A6331762D72B}"/>
                </a:ext>
              </a:extLst>
            </p:cNvPr>
            <p:cNvSpPr/>
            <p:nvPr/>
          </p:nvSpPr>
          <p:spPr>
            <a:xfrm>
              <a:off x="1964626" y="1543535"/>
              <a:ext cx="49331" cy="26372"/>
            </a:xfrm>
            <a:custGeom>
              <a:avLst/>
              <a:gdLst/>
              <a:ahLst/>
              <a:cxnLst/>
              <a:rect l="l" t="t" r="r" b="b"/>
              <a:pathLst>
                <a:path w="2153" h="1151" extrusionOk="0">
                  <a:moveTo>
                    <a:pt x="1" y="1"/>
                  </a:moveTo>
                  <a:lnTo>
                    <a:pt x="1" y="1151"/>
                  </a:lnTo>
                  <a:lnTo>
                    <a:pt x="2152" y="1151"/>
                  </a:lnTo>
                  <a:lnTo>
                    <a:pt x="2152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6">
              <a:extLst>
                <a:ext uri="{FF2B5EF4-FFF2-40B4-BE49-F238E27FC236}">
                  <a16:creationId xmlns:a16="http://schemas.microsoft.com/office/drawing/2014/main" id="{2C5936BE-2A98-4341-E620-5A4A281F81FB}"/>
                </a:ext>
              </a:extLst>
            </p:cNvPr>
            <p:cNvSpPr/>
            <p:nvPr/>
          </p:nvSpPr>
          <p:spPr>
            <a:xfrm>
              <a:off x="1964626" y="1543535"/>
              <a:ext cx="19865" cy="199385"/>
            </a:xfrm>
            <a:custGeom>
              <a:avLst/>
              <a:gdLst/>
              <a:ahLst/>
              <a:cxnLst/>
              <a:rect l="l" t="t" r="r" b="b"/>
              <a:pathLst>
                <a:path w="867" h="8702" extrusionOk="0">
                  <a:moveTo>
                    <a:pt x="1" y="1"/>
                  </a:moveTo>
                  <a:lnTo>
                    <a:pt x="1" y="8701"/>
                  </a:lnTo>
                  <a:lnTo>
                    <a:pt x="867" y="8701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>
              <a:extLst>
                <a:ext uri="{FF2B5EF4-FFF2-40B4-BE49-F238E27FC236}">
                  <a16:creationId xmlns:a16="http://schemas.microsoft.com/office/drawing/2014/main" id="{22F4D05D-A79A-3F1D-F9B3-FE4156FDBF3D}"/>
                </a:ext>
              </a:extLst>
            </p:cNvPr>
            <p:cNvSpPr/>
            <p:nvPr/>
          </p:nvSpPr>
          <p:spPr>
            <a:xfrm>
              <a:off x="1933328" y="1442468"/>
              <a:ext cx="97676" cy="83676"/>
            </a:xfrm>
            <a:custGeom>
              <a:avLst/>
              <a:gdLst/>
              <a:ahLst/>
              <a:cxnLst/>
              <a:rect l="l" t="t" r="r" b="b"/>
              <a:pathLst>
                <a:path w="4263" h="3652" extrusionOk="0">
                  <a:moveTo>
                    <a:pt x="2436" y="0"/>
                  </a:moveTo>
                  <a:cubicBezTo>
                    <a:pt x="812" y="0"/>
                    <a:pt x="0" y="1962"/>
                    <a:pt x="1150" y="3113"/>
                  </a:cubicBezTo>
                  <a:cubicBezTo>
                    <a:pt x="1523" y="3485"/>
                    <a:pt x="1980" y="3652"/>
                    <a:pt x="2429" y="3652"/>
                  </a:cubicBezTo>
                  <a:cubicBezTo>
                    <a:pt x="3365" y="3652"/>
                    <a:pt x="4262" y="2925"/>
                    <a:pt x="4262" y="1827"/>
                  </a:cubicBezTo>
                  <a:cubicBezTo>
                    <a:pt x="4262" y="826"/>
                    <a:pt x="3450" y="0"/>
                    <a:pt x="2436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6">
              <a:extLst>
                <a:ext uri="{FF2B5EF4-FFF2-40B4-BE49-F238E27FC236}">
                  <a16:creationId xmlns:a16="http://schemas.microsoft.com/office/drawing/2014/main" id="{1E67E1C9-7F49-BD9D-0D43-7589C16B4586}"/>
                </a:ext>
              </a:extLst>
            </p:cNvPr>
            <p:cNvSpPr/>
            <p:nvPr/>
          </p:nvSpPr>
          <p:spPr>
            <a:xfrm>
              <a:off x="1942607" y="1442422"/>
              <a:ext cx="62964" cy="83768"/>
            </a:xfrm>
            <a:custGeom>
              <a:avLst/>
              <a:gdLst/>
              <a:ahLst/>
              <a:cxnLst/>
              <a:rect l="l" t="t" r="r" b="b"/>
              <a:pathLst>
                <a:path w="2748" h="3656" extrusionOk="0">
                  <a:moveTo>
                    <a:pt x="2023" y="0"/>
                  </a:moveTo>
                  <a:cubicBezTo>
                    <a:pt x="1189" y="0"/>
                    <a:pt x="420" y="581"/>
                    <a:pt x="231" y="1464"/>
                  </a:cubicBezTo>
                  <a:cubicBezTo>
                    <a:pt x="1" y="2600"/>
                    <a:pt x="880" y="3656"/>
                    <a:pt x="2044" y="3656"/>
                  </a:cubicBezTo>
                  <a:cubicBezTo>
                    <a:pt x="2288" y="3656"/>
                    <a:pt x="2518" y="3602"/>
                    <a:pt x="2748" y="3507"/>
                  </a:cubicBezTo>
                  <a:cubicBezTo>
                    <a:pt x="1259" y="2885"/>
                    <a:pt x="1259" y="787"/>
                    <a:pt x="2748" y="151"/>
                  </a:cubicBezTo>
                  <a:cubicBezTo>
                    <a:pt x="2509" y="49"/>
                    <a:pt x="2263" y="0"/>
                    <a:pt x="2023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6">
              <a:extLst>
                <a:ext uri="{FF2B5EF4-FFF2-40B4-BE49-F238E27FC236}">
                  <a16:creationId xmlns:a16="http://schemas.microsoft.com/office/drawing/2014/main" id="{5900B541-E8C5-C555-F0B3-EA1850CA739D}"/>
                </a:ext>
              </a:extLst>
            </p:cNvPr>
            <p:cNvSpPr/>
            <p:nvPr/>
          </p:nvSpPr>
          <p:spPr>
            <a:xfrm>
              <a:off x="1943249" y="1519958"/>
              <a:ext cx="88671" cy="32009"/>
            </a:xfrm>
            <a:custGeom>
              <a:avLst/>
              <a:gdLst/>
              <a:ahLst/>
              <a:cxnLst/>
              <a:rect l="l" t="t" r="r" b="b"/>
              <a:pathLst>
                <a:path w="3870" h="1397" extrusionOk="0">
                  <a:moveTo>
                    <a:pt x="3151" y="1"/>
                  </a:moveTo>
                  <a:cubicBezTo>
                    <a:pt x="3143" y="1"/>
                    <a:pt x="3134" y="1"/>
                    <a:pt x="3126" y="1"/>
                  </a:cubicBezTo>
                  <a:lnTo>
                    <a:pt x="880" y="1"/>
                  </a:lnTo>
                  <a:cubicBezTo>
                    <a:pt x="0" y="42"/>
                    <a:pt x="0" y="1354"/>
                    <a:pt x="880" y="1395"/>
                  </a:cubicBezTo>
                  <a:lnTo>
                    <a:pt x="3126" y="1395"/>
                  </a:lnTo>
                  <a:cubicBezTo>
                    <a:pt x="3142" y="1396"/>
                    <a:pt x="3157" y="1397"/>
                    <a:pt x="3173" y="1397"/>
                  </a:cubicBezTo>
                  <a:cubicBezTo>
                    <a:pt x="3558" y="1397"/>
                    <a:pt x="3870" y="1082"/>
                    <a:pt x="3870" y="705"/>
                  </a:cubicBezTo>
                  <a:cubicBezTo>
                    <a:pt x="3870" y="307"/>
                    <a:pt x="3546" y="1"/>
                    <a:pt x="3151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6">
              <a:extLst>
                <a:ext uri="{FF2B5EF4-FFF2-40B4-BE49-F238E27FC236}">
                  <a16:creationId xmlns:a16="http://schemas.microsoft.com/office/drawing/2014/main" id="{B1B17CE4-8DE8-C2F9-2D57-FFC87A545DAD}"/>
                </a:ext>
              </a:extLst>
            </p:cNvPr>
            <p:cNvSpPr/>
            <p:nvPr/>
          </p:nvSpPr>
          <p:spPr>
            <a:xfrm>
              <a:off x="1942309" y="1520256"/>
              <a:ext cx="53661" cy="32009"/>
            </a:xfrm>
            <a:custGeom>
              <a:avLst/>
              <a:gdLst/>
              <a:ahLst/>
              <a:cxnLst/>
              <a:rect l="l" t="t" r="r" b="b"/>
              <a:pathLst>
                <a:path w="2342" h="1397" extrusionOk="0">
                  <a:moveTo>
                    <a:pt x="2290" y="0"/>
                  </a:moveTo>
                  <a:cubicBezTo>
                    <a:pt x="2273" y="0"/>
                    <a:pt x="2256" y="1"/>
                    <a:pt x="2240" y="2"/>
                  </a:cubicBezTo>
                  <a:lnTo>
                    <a:pt x="2341" y="2"/>
                  </a:lnTo>
                  <a:cubicBezTo>
                    <a:pt x="2324" y="1"/>
                    <a:pt x="2307" y="0"/>
                    <a:pt x="2290" y="0"/>
                  </a:cubicBezTo>
                  <a:close/>
                  <a:moveTo>
                    <a:pt x="921" y="2"/>
                  </a:moveTo>
                  <a:cubicBezTo>
                    <a:pt x="745" y="2"/>
                    <a:pt x="569" y="69"/>
                    <a:pt x="433" y="205"/>
                  </a:cubicBezTo>
                  <a:cubicBezTo>
                    <a:pt x="0" y="638"/>
                    <a:pt x="312" y="1382"/>
                    <a:pt x="921" y="1382"/>
                  </a:cubicBezTo>
                  <a:lnTo>
                    <a:pt x="2148" y="1382"/>
                  </a:lnTo>
                  <a:cubicBezTo>
                    <a:pt x="1402" y="1237"/>
                    <a:pt x="1433" y="49"/>
                    <a:pt x="2240" y="2"/>
                  </a:cubicBezTo>
                  <a:close/>
                  <a:moveTo>
                    <a:pt x="2148" y="1382"/>
                  </a:moveTo>
                  <a:lnTo>
                    <a:pt x="2148" y="1382"/>
                  </a:lnTo>
                  <a:cubicBezTo>
                    <a:pt x="2196" y="1391"/>
                    <a:pt x="2248" y="1396"/>
                    <a:pt x="2303" y="1396"/>
                  </a:cubicBezTo>
                  <a:cubicBezTo>
                    <a:pt x="2315" y="1396"/>
                    <a:pt x="2328" y="1396"/>
                    <a:pt x="2341" y="1395"/>
                  </a:cubicBezTo>
                  <a:lnTo>
                    <a:pt x="2341" y="1382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6">
              <a:extLst>
                <a:ext uri="{FF2B5EF4-FFF2-40B4-BE49-F238E27FC236}">
                  <a16:creationId xmlns:a16="http://schemas.microsoft.com/office/drawing/2014/main" id="{F1721275-2311-8520-D9A0-D20483C2EC23}"/>
                </a:ext>
              </a:extLst>
            </p:cNvPr>
            <p:cNvSpPr/>
            <p:nvPr/>
          </p:nvSpPr>
          <p:spPr>
            <a:xfrm>
              <a:off x="1942309" y="1738864"/>
              <a:ext cx="93964" cy="31940"/>
            </a:xfrm>
            <a:custGeom>
              <a:avLst/>
              <a:gdLst/>
              <a:ahLst/>
              <a:cxnLst/>
              <a:rect l="l" t="t" r="r" b="b"/>
              <a:pathLst>
                <a:path w="4101" h="1394" extrusionOk="0">
                  <a:moveTo>
                    <a:pt x="921" y="0"/>
                  </a:moveTo>
                  <a:cubicBezTo>
                    <a:pt x="0" y="0"/>
                    <a:pt x="0" y="1394"/>
                    <a:pt x="921" y="1394"/>
                  </a:cubicBezTo>
                  <a:lnTo>
                    <a:pt x="3167" y="1394"/>
                  </a:lnTo>
                  <a:cubicBezTo>
                    <a:pt x="4100" y="1394"/>
                    <a:pt x="4100" y="0"/>
                    <a:pt x="3167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6">
              <a:extLst>
                <a:ext uri="{FF2B5EF4-FFF2-40B4-BE49-F238E27FC236}">
                  <a16:creationId xmlns:a16="http://schemas.microsoft.com/office/drawing/2014/main" id="{A802CA48-7BAD-3B52-7D11-FD8E69675CEB}"/>
                </a:ext>
              </a:extLst>
            </p:cNvPr>
            <p:cNvSpPr/>
            <p:nvPr/>
          </p:nvSpPr>
          <p:spPr>
            <a:xfrm>
              <a:off x="1942309" y="1739162"/>
              <a:ext cx="46535" cy="31963"/>
            </a:xfrm>
            <a:custGeom>
              <a:avLst/>
              <a:gdLst/>
              <a:ahLst/>
              <a:cxnLst/>
              <a:rect l="l" t="t" r="r" b="b"/>
              <a:pathLst>
                <a:path w="2031" h="1395" extrusionOk="0">
                  <a:moveTo>
                    <a:pt x="921" y="1"/>
                  </a:moveTo>
                  <a:cubicBezTo>
                    <a:pt x="745" y="1"/>
                    <a:pt x="569" y="68"/>
                    <a:pt x="433" y="204"/>
                  </a:cubicBezTo>
                  <a:cubicBezTo>
                    <a:pt x="0" y="637"/>
                    <a:pt x="312" y="1381"/>
                    <a:pt x="921" y="1381"/>
                  </a:cubicBezTo>
                  <a:lnTo>
                    <a:pt x="1912" y="1381"/>
                  </a:lnTo>
                  <a:cubicBezTo>
                    <a:pt x="1139" y="1235"/>
                    <a:pt x="1178" y="39"/>
                    <a:pt x="2030" y="1"/>
                  </a:cubicBezTo>
                  <a:close/>
                  <a:moveTo>
                    <a:pt x="1912" y="1381"/>
                  </a:moveTo>
                  <a:cubicBezTo>
                    <a:pt x="1949" y="1388"/>
                    <a:pt x="1989" y="1393"/>
                    <a:pt x="2030" y="1394"/>
                  </a:cubicBezTo>
                  <a:lnTo>
                    <a:pt x="2030" y="138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6">
              <a:extLst>
                <a:ext uri="{FF2B5EF4-FFF2-40B4-BE49-F238E27FC236}">
                  <a16:creationId xmlns:a16="http://schemas.microsoft.com/office/drawing/2014/main" id="{BEA2645B-E5C4-5D4A-1CF6-C99F4A4A4B01}"/>
                </a:ext>
              </a:extLst>
            </p:cNvPr>
            <p:cNvSpPr/>
            <p:nvPr/>
          </p:nvSpPr>
          <p:spPr>
            <a:xfrm>
              <a:off x="2214831" y="1551898"/>
              <a:ext cx="49308" cy="186989"/>
            </a:xfrm>
            <a:custGeom>
              <a:avLst/>
              <a:gdLst/>
              <a:ahLst/>
              <a:cxnLst/>
              <a:rect l="l" t="t" r="r" b="b"/>
              <a:pathLst>
                <a:path w="2152" h="8161" extrusionOk="0">
                  <a:moveTo>
                    <a:pt x="0" y="1"/>
                  </a:moveTo>
                  <a:lnTo>
                    <a:pt x="0" y="8160"/>
                  </a:lnTo>
                  <a:lnTo>
                    <a:pt x="2152" y="8160"/>
                  </a:lnTo>
                  <a:lnTo>
                    <a:pt x="2152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6">
              <a:extLst>
                <a:ext uri="{FF2B5EF4-FFF2-40B4-BE49-F238E27FC236}">
                  <a16:creationId xmlns:a16="http://schemas.microsoft.com/office/drawing/2014/main" id="{4D9624BC-0FCD-3324-1624-DE7A66293338}"/>
                </a:ext>
              </a:extLst>
            </p:cNvPr>
            <p:cNvSpPr/>
            <p:nvPr/>
          </p:nvSpPr>
          <p:spPr>
            <a:xfrm>
              <a:off x="2214831" y="1543535"/>
              <a:ext cx="49308" cy="26372"/>
            </a:xfrm>
            <a:custGeom>
              <a:avLst/>
              <a:gdLst/>
              <a:ahLst/>
              <a:cxnLst/>
              <a:rect l="l" t="t" r="r" b="b"/>
              <a:pathLst>
                <a:path w="2152" h="1151" extrusionOk="0">
                  <a:moveTo>
                    <a:pt x="0" y="1"/>
                  </a:moveTo>
                  <a:lnTo>
                    <a:pt x="0" y="1151"/>
                  </a:lnTo>
                  <a:lnTo>
                    <a:pt x="2152" y="1151"/>
                  </a:lnTo>
                  <a:lnTo>
                    <a:pt x="2152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6">
              <a:extLst>
                <a:ext uri="{FF2B5EF4-FFF2-40B4-BE49-F238E27FC236}">
                  <a16:creationId xmlns:a16="http://schemas.microsoft.com/office/drawing/2014/main" id="{AC7C3B4D-224C-AB90-B867-3033ED412B48}"/>
                </a:ext>
              </a:extLst>
            </p:cNvPr>
            <p:cNvSpPr/>
            <p:nvPr/>
          </p:nvSpPr>
          <p:spPr>
            <a:xfrm>
              <a:off x="2214831" y="1543535"/>
              <a:ext cx="19865" cy="199385"/>
            </a:xfrm>
            <a:custGeom>
              <a:avLst/>
              <a:gdLst/>
              <a:ahLst/>
              <a:cxnLst/>
              <a:rect l="l" t="t" r="r" b="b"/>
              <a:pathLst>
                <a:path w="867" h="8702" extrusionOk="0">
                  <a:moveTo>
                    <a:pt x="0" y="1"/>
                  </a:moveTo>
                  <a:lnTo>
                    <a:pt x="0" y="8701"/>
                  </a:lnTo>
                  <a:lnTo>
                    <a:pt x="866" y="8701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6">
              <a:extLst>
                <a:ext uri="{FF2B5EF4-FFF2-40B4-BE49-F238E27FC236}">
                  <a16:creationId xmlns:a16="http://schemas.microsoft.com/office/drawing/2014/main" id="{C1C7A02A-E914-7C85-A85A-9681C7ECEAF8}"/>
                </a:ext>
              </a:extLst>
            </p:cNvPr>
            <p:cNvSpPr/>
            <p:nvPr/>
          </p:nvSpPr>
          <p:spPr>
            <a:xfrm>
              <a:off x="2183830" y="1442468"/>
              <a:ext cx="97355" cy="83676"/>
            </a:xfrm>
            <a:custGeom>
              <a:avLst/>
              <a:gdLst/>
              <a:ahLst/>
              <a:cxnLst/>
              <a:rect l="l" t="t" r="r" b="b"/>
              <a:pathLst>
                <a:path w="4249" h="3652" extrusionOk="0">
                  <a:moveTo>
                    <a:pt x="2436" y="0"/>
                  </a:moveTo>
                  <a:cubicBezTo>
                    <a:pt x="812" y="0"/>
                    <a:pt x="0" y="1962"/>
                    <a:pt x="1137" y="3113"/>
                  </a:cubicBezTo>
                  <a:cubicBezTo>
                    <a:pt x="1509" y="3485"/>
                    <a:pt x="1967" y="3652"/>
                    <a:pt x="2415" y="3652"/>
                  </a:cubicBezTo>
                  <a:cubicBezTo>
                    <a:pt x="3352" y="3652"/>
                    <a:pt x="4249" y="2925"/>
                    <a:pt x="4249" y="1827"/>
                  </a:cubicBezTo>
                  <a:cubicBezTo>
                    <a:pt x="4249" y="826"/>
                    <a:pt x="3437" y="0"/>
                    <a:pt x="2436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6">
              <a:extLst>
                <a:ext uri="{FF2B5EF4-FFF2-40B4-BE49-F238E27FC236}">
                  <a16:creationId xmlns:a16="http://schemas.microsoft.com/office/drawing/2014/main" id="{55C605A3-4607-7320-934A-A31C094C6FE5}"/>
                </a:ext>
              </a:extLst>
            </p:cNvPr>
            <p:cNvSpPr/>
            <p:nvPr/>
          </p:nvSpPr>
          <p:spPr>
            <a:xfrm>
              <a:off x="2192812" y="1442422"/>
              <a:ext cx="62964" cy="83768"/>
            </a:xfrm>
            <a:custGeom>
              <a:avLst/>
              <a:gdLst/>
              <a:ahLst/>
              <a:cxnLst/>
              <a:rect l="l" t="t" r="r" b="b"/>
              <a:pathLst>
                <a:path w="2748" h="3656" extrusionOk="0">
                  <a:moveTo>
                    <a:pt x="2023" y="0"/>
                  </a:moveTo>
                  <a:cubicBezTo>
                    <a:pt x="1188" y="0"/>
                    <a:pt x="420" y="581"/>
                    <a:pt x="231" y="1464"/>
                  </a:cubicBezTo>
                  <a:cubicBezTo>
                    <a:pt x="1" y="2600"/>
                    <a:pt x="880" y="3656"/>
                    <a:pt x="2044" y="3656"/>
                  </a:cubicBezTo>
                  <a:cubicBezTo>
                    <a:pt x="2287" y="3656"/>
                    <a:pt x="2517" y="3602"/>
                    <a:pt x="2747" y="3507"/>
                  </a:cubicBezTo>
                  <a:cubicBezTo>
                    <a:pt x="1259" y="2885"/>
                    <a:pt x="1259" y="787"/>
                    <a:pt x="2747" y="151"/>
                  </a:cubicBezTo>
                  <a:cubicBezTo>
                    <a:pt x="2509" y="49"/>
                    <a:pt x="2263" y="0"/>
                    <a:pt x="2023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6">
              <a:extLst>
                <a:ext uri="{FF2B5EF4-FFF2-40B4-BE49-F238E27FC236}">
                  <a16:creationId xmlns:a16="http://schemas.microsoft.com/office/drawing/2014/main" id="{B9DE812E-630C-F9BC-A0EE-74D186B77E80}"/>
                </a:ext>
              </a:extLst>
            </p:cNvPr>
            <p:cNvSpPr/>
            <p:nvPr/>
          </p:nvSpPr>
          <p:spPr>
            <a:xfrm>
              <a:off x="2191872" y="1519958"/>
              <a:ext cx="93666" cy="32009"/>
            </a:xfrm>
            <a:custGeom>
              <a:avLst/>
              <a:gdLst/>
              <a:ahLst/>
              <a:cxnLst/>
              <a:rect l="l" t="t" r="r" b="b"/>
              <a:pathLst>
                <a:path w="4088" h="1397" extrusionOk="0">
                  <a:moveTo>
                    <a:pt x="923" y="0"/>
                  </a:moveTo>
                  <a:cubicBezTo>
                    <a:pt x="5" y="0"/>
                    <a:pt x="0" y="1396"/>
                    <a:pt x="910" y="1396"/>
                  </a:cubicBezTo>
                  <a:cubicBezTo>
                    <a:pt x="927" y="1396"/>
                    <a:pt x="944" y="1396"/>
                    <a:pt x="962" y="1395"/>
                  </a:cubicBezTo>
                  <a:lnTo>
                    <a:pt x="3208" y="1395"/>
                  </a:lnTo>
                  <a:cubicBezTo>
                    <a:pt x="4087" y="1354"/>
                    <a:pt x="4087" y="42"/>
                    <a:pt x="3208" y="1"/>
                  </a:cubicBezTo>
                  <a:lnTo>
                    <a:pt x="962" y="1"/>
                  </a:lnTo>
                  <a:cubicBezTo>
                    <a:pt x="949" y="1"/>
                    <a:pt x="936" y="0"/>
                    <a:pt x="923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6">
              <a:extLst>
                <a:ext uri="{FF2B5EF4-FFF2-40B4-BE49-F238E27FC236}">
                  <a16:creationId xmlns:a16="http://schemas.microsoft.com/office/drawing/2014/main" id="{200C0048-FA65-D9E3-5896-5D0174CE1B66}"/>
                </a:ext>
              </a:extLst>
            </p:cNvPr>
            <p:cNvSpPr/>
            <p:nvPr/>
          </p:nvSpPr>
          <p:spPr>
            <a:xfrm>
              <a:off x="2193430" y="1519958"/>
              <a:ext cx="52722" cy="32009"/>
            </a:xfrm>
            <a:custGeom>
              <a:avLst/>
              <a:gdLst/>
              <a:ahLst/>
              <a:cxnLst/>
              <a:rect l="l" t="t" r="r" b="b"/>
              <a:pathLst>
                <a:path w="2301" h="1397" extrusionOk="0">
                  <a:moveTo>
                    <a:pt x="2262" y="0"/>
                  </a:moveTo>
                  <a:cubicBezTo>
                    <a:pt x="2249" y="0"/>
                    <a:pt x="2237" y="1"/>
                    <a:pt x="2224" y="1"/>
                  </a:cubicBezTo>
                  <a:lnTo>
                    <a:pt x="2301" y="1"/>
                  </a:lnTo>
                  <a:cubicBezTo>
                    <a:pt x="2288" y="1"/>
                    <a:pt x="2275" y="0"/>
                    <a:pt x="2262" y="0"/>
                  </a:cubicBezTo>
                  <a:close/>
                  <a:moveTo>
                    <a:pt x="894" y="1"/>
                  </a:moveTo>
                  <a:cubicBezTo>
                    <a:pt x="1" y="42"/>
                    <a:pt x="1" y="1354"/>
                    <a:pt x="894" y="1395"/>
                  </a:cubicBezTo>
                  <a:lnTo>
                    <a:pt x="2200" y="1395"/>
                  </a:lnTo>
                  <a:cubicBezTo>
                    <a:pt x="1352" y="1345"/>
                    <a:pt x="1361" y="39"/>
                    <a:pt x="2224" y="1"/>
                  </a:cubicBezTo>
                  <a:close/>
                  <a:moveTo>
                    <a:pt x="2200" y="1395"/>
                  </a:moveTo>
                  <a:cubicBezTo>
                    <a:pt x="2216" y="1396"/>
                    <a:pt x="2233" y="1396"/>
                    <a:pt x="2250" y="1396"/>
                  </a:cubicBezTo>
                  <a:cubicBezTo>
                    <a:pt x="2266" y="1396"/>
                    <a:pt x="2284" y="1396"/>
                    <a:pt x="2301" y="1395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6">
              <a:extLst>
                <a:ext uri="{FF2B5EF4-FFF2-40B4-BE49-F238E27FC236}">
                  <a16:creationId xmlns:a16="http://schemas.microsoft.com/office/drawing/2014/main" id="{65C26980-2992-70E9-0CDF-567A822165CA}"/>
                </a:ext>
              </a:extLst>
            </p:cNvPr>
            <p:cNvSpPr/>
            <p:nvPr/>
          </p:nvSpPr>
          <p:spPr>
            <a:xfrm>
              <a:off x="2192514" y="1738864"/>
              <a:ext cx="93941" cy="31940"/>
            </a:xfrm>
            <a:custGeom>
              <a:avLst/>
              <a:gdLst/>
              <a:ahLst/>
              <a:cxnLst/>
              <a:rect l="l" t="t" r="r" b="b"/>
              <a:pathLst>
                <a:path w="4100" h="1394" extrusionOk="0">
                  <a:moveTo>
                    <a:pt x="934" y="0"/>
                  </a:moveTo>
                  <a:cubicBezTo>
                    <a:pt x="0" y="0"/>
                    <a:pt x="0" y="1394"/>
                    <a:pt x="934" y="1394"/>
                  </a:cubicBezTo>
                  <a:lnTo>
                    <a:pt x="3180" y="1394"/>
                  </a:lnTo>
                  <a:cubicBezTo>
                    <a:pt x="4100" y="1394"/>
                    <a:pt x="4100" y="0"/>
                    <a:pt x="318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6">
              <a:extLst>
                <a:ext uri="{FF2B5EF4-FFF2-40B4-BE49-F238E27FC236}">
                  <a16:creationId xmlns:a16="http://schemas.microsoft.com/office/drawing/2014/main" id="{455ED01F-24B0-DDA6-7687-BEA22F6702B8}"/>
                </a:ext>
              </a:extLst>
            </p:cNvPr>
            <p:cNvSpPr/>
            <p:nvPr/>
          </p:nvSpPr>
          <p:spPr>
            <a:xfrm>
              <a:off x="2193430" y="1738842"/>
              <a:ext cx="45596" cy="32009"/>
            </a:xfrm>
            <a:custGeom>
              <a:avLst/>
              <a:gdLst/>
              <a:ahLst/>
              <a:cxnLst/>
              <a:rect l="l" t="t" r="r" b="b"/>
              <a:pathLst>
                <a:path w="1990" h="1397" extrusionOk="0">
                  <a:moveTo>
                    <a:pt x="1951" y="0"/>
                  </a:moveTo>
                  <a:cubicBezTo>
                    <a:pt x="1938" y="0"/>
                    <a:pt x="1925" y="1"/>
                    <a:pt x="1913" y="1"/>
                  </a:cubicBezTo>
                  <a:lnTo>
                    <a:pt x="1990" y="1"/>
                  </a:lnTo>
                  <a:cubicBezTo>
                    <a:pt x="1977" y="1"/>
                    <a:pt x="1964" y="0"/>
                    <a:pt x="1951" y="0"/>
                  </a:cubicBezTo>
                  <a:close/>
                  <a:moveTo>
                    <a:pt x="894" y="1"/>
                  </a:moveTo>
                  <a:cubicBezTo>
                    <a:pt x="1" y="42"/>
                    <a:pt x="1" y="1354"/>
                    <a:pt x="894" y="1395"/>
                  </a:cubicBezTo>
                  <a:lnTo>
                    <a:pt x="1888" y="1395"/>
                  </a:lnTo>
                  <a:cubicBezTo>
                    <a:pt x="1041" y="1345"/>
                    <a:pt x="1049" y="38"/>
                    <a:pt x="1913" y="1"/>
                  </a:cubicBezTo>
                  <a:close/>
                  <a:moveTo>
                    <a:pt x="1888" y="1395"/>
                  </a:moveTo>
                  <a:cubicBezTo>
                    <a:pt x="1905" y="1396"/>
                    <a:pt x="1921" y="1396"/>
                    <a:pt x="1938" y="1396"/>
                  </a:cubicBezTo>
                  <a:cubicBezTo>
                    <a:pt x="1955" y="1396"/>
                    <a:pt x="1972" y="1396"/>
                    <a:pt x="1990" y="1395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7801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5" grpId="0" build="p"/>
      <p:bldP spid="125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52"/>
          <p:cNvSpPr txBox="1">
            <a:spLocks noGrp="1"/>
          </p:cNvSpPr>
          <p:nvPr>
            <p:ph type="title"/>
          </p:nvPr>
        </p:nvSpPr>
        <p:spPr>
          <a:xfrm>
            <a:off x="1368300" y="2393400"/>
            <a:ext cx="6407400" cy="841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</a:t>
            </a:r>
            <a:endParaRPr dirty="0"/>
          </a:p>
        </p:txBody>
      </p:sp>
      <p:sp>
        <p:nvSpPr>
          <p:cNvPr id="1487" name="Google Shape;1487;p52"/>
          <p:cNvSpPr txBox="1">
            <a:spLocks noGrp="1"/>
          </p:cNvSpPr>
          <p:nvPr>
            <p:ph type="title" idx="2"/>
          </p:nvPr>
        </p:nvSpPr>
        <p:spPr>
          <a:xfrm>
            <a:off x="3562350" y="999000"/>
            <a:ext cx="2019300" cy="150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88" name="Google Shape;1488;p52"/>
          <p:cNvSpPr txBox="1">
            <a:spLocks noGrp="1"/>
          </p:cNvSpPr>
          <p:nvPr>
            <p:ph type="subTitle" idx="1"/>
          </p:nvPr>
        </p:nvSpPr>
        <p:spPr>
          <a:xfrm>
            <a:off x="2038198" y="3508075"/>
            <a:ext cx="5067600" cy="4170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The Database Structure and Seeding</a:t>
            </a:r>
            <a:endParaRPr dirty="0"/>
          </a:p>
        </p:txBody>
      </p:sp>
      <p:sp>
        <p:nvSpPr>
          <p:cNvPr id="1489" name="Google Shape;1489;p52"/>
          <p:cNvSpPr/>
          <p:nvPr/>
        </p:nvSpPr>
        <p:spPr>
          <a:xfrm>
            <a:off x="5590978" y="13992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52"/>
          <p:cNvSpPr/>
          <p:nvPr/>
        </p:nvSpPr>
        <p:spPr>
          <a:xfrm>
            <a:off x="3490203" y="13992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52"/>
          <p:cNvSpPr/>
          <p:nvPr/>
        </p:nvSpPr>
        <p:spPr>
          <a:xfrm>
            <a:off x="564463" y="1680775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52"/>
          <p:cNvSpPr/>
          <p:nvPr/>
        </p:nvSpPr>
        <p:spPr>
          <a:xfrm>
            <a:off x="619541" y="34871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52"/>
          <p:cNvSpPr/>
          <p:nvPr/>
        </p:nvSpPr>
        <p:spPr>
          <a:xfrm>
            <a:off x="1058638" y="291727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52"/>
          <p:cNvSpPr/>
          <p:nvPr/>
        </p:nvSpPr>
        <p:spPr>
          <a:xfrm>
            <a:off x="8006828" y="3768591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8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" grpId="0"/>
      <p:bldP spid="1487" grpId="0"/>
      <p:bldP spid="1488" grpId="0" build="p" animBg="1"/>
      <p:bldP spid="1489" grpId="0" animBg="1"/>
      <p:bldP spid="1490" grpId="0" animBg="1"/>
      <p:bldP spid="1493" grpId="0" animBg="1"/>
      <p:bldP spid="14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69"/>
          <p:cNvSpPr/>
          <p:nvPr/>
        </p:nvSpPr>
        <p:spPr>
          <a:xfrm>
            <a:off x="8102050" y="226337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69"/>
          <p:cNvSpPr/>
          <p:nvPr/>
        </p:nvSpPr>
        <p:spPr>
          <a:xfrm>
            <a:off x="924088" y="2358175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p69"/>
          <p:cNvSpPr/>
          <p:nvPr/>
        </p:nvSpPr>
        <p:spPr>
          <a:xfrm>
            <a:off x="979138" y="109440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69"/>
          <p:cNvSpPr/>
          <p:nvPr/>
        </p:nvSpPr>
        <p:spPr>
          <a:xfrm>
            <a:off x="7581903" y="33668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69"/>
          <p:cNvSpPr/>
          <p:nvPr/>
        </p:nvSpPr>
        <p:spPr>
          <a:xfrm>
            <a:off x="1562088" y="3401050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69"/>
          <p:cNvSpPr/>
          <p:nvPr/>
        </p:nvSpPr>
        <p:spPr>
          <a:xfrm>
            <a:off x="1247066" y="4111991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69"/>
          <p:cNvSpPr/>
          <p:nvPr/>
        </p:nvSpPr>
        <p:spPr>
          <a:xfrm>
            <a:off x="7794738" y="396928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69"/>
          <p:cNvSpPr/>
          <p:nvPr/>
        </p:nvSpPr>
        <p:spPr>
          <a:xfrm>
            <a:off x="7661338" y="109440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9DBD1-A89E-9B19-87EA-CC191EEC3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38" y="1200962"/>
            <a:ext cx="5841878" cy="3605463"/>
          </a:xfrm>
          <a:prstGeom prst="rect">
            <a:avLst/>
          </a:prstGeom>
        </p:spPr>
      </p:pic>
      <p:sp>
        <p:nvSpPr>
          <p:cNvPr id="8" name="Google Shape;1167;p45">
            <a:extLst>
              <a:ext uri="{FF2B5EF4-FFF2-40B4-BE49-F238E27FC236}">
                <a16:creationId xmlns:a16="http://schemas.microsoft.com/office/drawing/2014/main" id="{FB0857FD-637C-7C74-3AE3-A1AE81779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tx1"/>
                </a:solidFill>
              </a:rPr>
              <a:t>ER Diagram</a:t>
            </a: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>
          <a:extLst>
            <a:ext uri="{FF2B5EF4-FFF2-40B4-BE49-F238E27FC236}">
              <a16:creationId xmlns:a16="http://schemas.microsoft.com/office/drawing/2014/main" id="{1C572AA4-78A7-5CC3-9621-66F7CAC9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">
            <a:extLst>
              <a:ext uri="{FF2B5EF4-FFF2-40B4-BE49-F238E27FC236}">
                <a16:creationId xmlns:a16="http://schemas.microsoft.com/office/drawing/2014/main" id="{212605E2-1D84-997D-54D7-04F452C83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678" name="Google Shape;1678;p58">
            <a:extLst>
              <a:ext uri="{FF2B5EF4-FFF2-40B4-BE49-F238E27FC236}">
                <a16:creationId xmlns:a16="http://schemas.microsoft.com/office/drawing/2014/main" id="{8832E52A-6E73-215A-0E9C-5A65D50C7D9C}"/>
              </a:ext>
            </a:extLst>
          </p:cNvPr>
          <p:cNvSpPr txBox="1"/>
          <p:nvPr/>
        </p:nvSpPr>
        <p:spPr>
          <a:xfrm>
            <a:off x="7260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Defines the user stucture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79" name="Google Shape;1679;p58">
            <a:extLst>
              <a:ext uri="{FF2B5EF4-FFF2-40B4-BE49-F238E27FC236}">
                <a16:creationId xmlns:a16="http://schemas.microsoft.com/office/drawing/2014/main" id="{74F92E41-B7DC-5CA0-C997-2712806AC1E9}"/>
              </a:ext>
            </a:extLst>
          </p:cNvPr>
          <p:cNvCxnSpPr>
            <a:stCxn id="1680" idx="2"/>
            <a:endCxn id="1681" idx="0"/>
          </p:cNvCxnSpPr>
          <p:nvPr/>
        </p:nvCxnSpPr>
        <p:spPr>
          <a:xfrm>
            <a:off x="142605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1" name="Google Shape;1681;p58">
            <a:extLst>
              <a:ext uri="{FF2B5EF4-FFF2-40B4-BE49-F238E27FC236}">
                <a16:creationId xmlns:a16="http://schemas.microsoft.com/office/drawing/2014/main" id="{EA371175-86A5-9C2E-1CE2-8CD6D01C7719}"/>
              </a:ext>
            </a:extLst>
          </p:cNvPr>
          <p:cNvSpPr txBox="1"/>
          <p:nvPr/>
        </p:nvSpPr>
        <p:spPr>
          <a:xfrm>
            <a:off x="7260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ser.py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2" name="Google Shape;1682;p58">
            <a:extLst>
              <a:ext uri="{FF2B5EF4-FFF2-40B4-BE49-F238E27FC236}">
                <a16:creationId xmlns:a16="http://schemas.microsoft.com/office/drawing/2014/main" id="{B24D6B29-FC83-098F-E72E-39658D01E81A}"/>
              </a:ext>
            </a:extLst>
          </p:cNvPr>
          <p:cNvCxnSpPr>
            <a:stCxn id="1681" idx="2"/>
            <a:endCxn id="1678" idx="0"/>
          </p:cNvCxnSpPr>
          <p:nvPr/>
        </p:nvCxnSpPr>
        <p:spPr>
          <a:xfrm>
            <a:off x="14260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0" name="Google Shape;1680;p58">
            <a:extLst>
              <a:ext uri="{FF2B5EF4-FFF2-40B4-BE49-F238E27FC236}">
                <a16:creationId xmlns:a16="http://schemas.microsoft.com/office/drawing/2014/main" id="{3730A070-2288-38F7-7C11-CB1B025437B4}"/>
              </a:ext>
            </a:extLst>
          </p:cNvPr>
          <p:cNvSpPr/>
          <p:nvPr/>
        </p:nvSpPr>
        <p:spPr>
          <a:xfrm>
            <a:off x="72600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Users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3063219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8" grpId="0"/>
      <p:bldP spid="1681" grpId="0"/>
      <p:bldP spid="168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>
          <a:extLst>
            <a:ext uri="{FF2B5EF4-FFF2-40B4-BE49-F238E27FC236}">
              <a16:creationId xmlns:a16="http://schemas.microsoft.com/office/drawing/2014/main" id="{964816D5-2810-D76A-09CC-04AA488A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">
            <a:extLst>
              <a:ext uri="{FF2B5EF4-FFF2-40B4-BE49-F238E27FC236}">
                <a16:creationId xmlns:a16="http://schemas.microsoft.com/office/drawing/2014/main" id="{F8825BEB-7C8F-4560-0919-B3F86D088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678" name="Google Shape;1678;p58">
            <a:extLst>
              <a:ext uri="{FF2B5EF4-FFF2-40B4-BE49-F238E27FC236}">
                <a16:creationId xmlns:a16="http://schemas.microsoft.com/office/drawing/2014/main" id="{E7CBFB3B-2AF6-B321-6B2B-659FCE0C5300}"/>
              </a:ext>
            </a:extLst>
          </p:cNvPr>
          <p:cNvSpPr txBox="1"/>
          <p:nvPr/>
        </p:nvSpPr>
        <p:spPr>
          <a:xfrm>
            <a:off x="7260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Defines the user stucture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79" name="Google Shape;1679;p58">
            <a:extLst>
              <a:ext uri="{FF2B5EF4-FFF2-40B4-BE49-F238E27FC236}">
                <a16:creationId xmlns:a16="http://schemas.microsoft.com/office/drawing/2014/main" id="{A29480FA-69B8-E0E5-E075-98992BEB7FEB}"/>
              </a:ext>
            </a:extLst>
          </p:cNvPr>
          <p:cNvCxnSpPr>
            <a:stCxn id="1680" idx="2"/>
            <a:endCxn id="1681" idx="0"/>
          </p:cNvCxnSpPr>
          <p:nvPr/>
        </p:nvCxnSpPr>
        <p:spPr>
          <a:xfrm>
            <a:off x="142605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1" name="Google Shape;1681;p58">
            <a:extLst>
              <a:ext uri="{FF2B5EF4-FFF2-40B4-BE49-F238E27FC236}">
                <a16:creationId xmlns:a16="http://schemas.microsoft.com/office/drawing/2014/main" id="{C3562D49-B124-A1FF-4C1A-6D6F8CE0BF21}"/>
              </a:ext>
            </a:extLst>
          </p:cNvPr>
          <p:cNvSpPr txBox="1"/>
          <p:nvPr/>
        </p:nvSpPr>
        <p:spPr>
          <a:xfrm>
            <a:off x="7260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ser.py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2" name="Google Shape;1682;p58">
            <a:extLst>
              <a:ext uri="{FF2B5EF4-FFF2-40B4-BE49-F238E27FC236}">
                <a16:creationId xmlns:a16="http://schemas.microsoft.com/office/drawing/2014/main" id="{DD011B5B-0022-6B1F-FF16-A51E7BDC16A2}"/>
              </a:ext>
            </a:extLst>
          </p:cNvPr>
          <p:cNvCxnSpPr>
            <a:stCxn id="1681" idx="2"/>
            <a:endCxn id="1678" idx="0"/>
          </p:cNvCxnSpPr>
          <p:nvPr/>
        </p:nvCxnSpPr>
        <p:spPr>
          <a:xfrm>
            <a:off x="14260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0" name="Google Shape;1680;p58">
            <a:extLst>
              <a:ext uri="{FF2B5EF4-FFF2-40B4-BE49-F238E27FC236}">
                <a16:creationId xmlns:a16="http://schemas.microsoft.com/office/drawing/2014/main" id="{4AF553B5-F6FF-A2C9-FCE7-A56B608C5C92}"/>
              </a:ext>
            </a:extLst>
          </p:cNvPr>
          <p:cNvSpPr/>
          <p:nvPr/>
        </p:nvSpPr>
        <p:spPr>
          <a:xfrm>
            <a:off x="72600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Users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8" name="Google Shape;1688;p58">
            <a:extLst>
              <a:ext uri="{FF2B5EF4-FFF2-40B4-BE49-F238E27FC236}">
                <a16:creationId xmlns:a16="http://schemas.microsoft.com/office/drawing/2014/main" id="{A5181C54-4A6E-7C68-0B03-359DFDA29FCA}"/>
              </a:ext>
            </a:extLst>
          </p:cNvPr>
          <p:cNvSpPr txBox="1"/>
          <p:nvPr/>
        </p:nvSpPr>
        <p:spPr>
          <a:xfrm>
            <a:off x="2197575" y="2632075"/>
            <a:ext cx="16029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 all the data from the movies.csv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9" name="Google Shape;1689;p58">
            <a:extLst>
              <a:ext uri="{FF2B5EF4-FFF2-40B4-BE49-F238E27FC236}">
                <a16:creationId xmlns:a16="http://schemas.microsoft.com/office/drawing/2014/main" id="{8B5C2127-558B-51D4-2988-10D45449CE72}"/>
              </a:ext>
            </a:extLst>
          </p:cNvPr>
          <p:cNvCxnSpPr>
            <a:stCxn id="1690" idx="2"/>
            <a:endCxn id="1688" idx="0"/>
          </p:cNvCxnSpPr>
          <p:nvPr/>
        </p:nvCxnSpPr>
        <p:spPr>
          <a:xfrm>
            <a:off x="299902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1" name="Google Shape;1691;p58">
            <a:extLst>
              <a:ext uri="{FF2B5EF4-FFF2-40B4-BE49-F238E27FC236}">
                <a16:creationId xmlns:a16="http://schemas.microsoft.com/office/drawing/2014/main" id="{AEFAB095-3AD1-5FDE-33E2-35D2EDE2F4CD}"/>
              </a:ext>
            </a:extLst>
          </p:cNvPr>
          <p:cNvSpPr txBox="1"/>
          <p:nvPr/>
        </p:nvSpPr>
        <p:spPr>
          <a:xfrm>
            <a:off x="229897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92" name="Google Shape;1692;p58">
            <a:extLst>
              <a:ext uri="{FF2B5EF4-FFF2-40B4-BE49-F238E27FC236}">
                <a16:creationId xmlns:a16="http://schemas.microsoft.com/office/drawing/2014/main" id="{BD374D82-4551-37A3-6315-1872C6A9BB0F}"/>
              </a:ext>
            </a:extLst>
          </p:cNvPr>
          <p:cNvCxnSpPr>
            <a:stCxn id="1691" idx="0"/>
            <a:endCxn id="1688" idx="2"/>
          </p:cNvCxnSpPr>
          <p:nvPr/>
        </p:nvCxnSpPr>
        <p:spPr>
          <a:xfrm rot="10800000">
            <a:off x="299902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0" name="Google Shape;1690;p58">
            <a:extLst>
              <a:ext uri="{FF2B5EF4-FFF2-40B4-BE49-F238E27FC236}">
                <a16:creationId xmlns:a16="http://schemas.microsoft.com/office/drawing/2014/main" id="{57B180A9-1FE1-CD91-AB5B-C7FFC8C4BE57}"/>
              </a:ext>
            </a:extLst>
          </p:cNvPr>
          <p:cNvSpPr/>
          <p:nvPr/>
        </p:nvSpPr>
        <p:spPr>
          <a:xfrm>
            <a:off x="229897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145716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8" grpId="0"/>
      <p:bldP spid="1691" grpId="0"/>
      <p:bldP spid="169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>
          <a:extLst>
            <a:ext uri="{FF2B5EF4-FFF2-40B4-BE49-F238E27FC236}">
              <a16:creationId xmlns:a16="http://schemas.microsoft.com/office/drawing/2014/main" id="{B10625CE-812F-304B-93A5-DFAD24F1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">
            <a:extLst>
              <a:ext uri="{FF2B5EF4-FFF2-40B4-BE49-F238E27FC236}">
                <a16:creationId xmlns:a16="http://schemas.microsoft.com/office/drawing/2014/main" id="{55A32BC6-26F8-1FFB-B48A-690F618A1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678" name="Google Shape;1678;p58">
            <a:extLst>
              <a:ext uri="{FF2B5EF4-FFF2-40B4-BE49-F238E27FC236}">
                <a16:creationId xmlns:a16="http://schemas.microsoft.com/office/drawing/2014/main" id="{97D6868D-2CDC-FC46-4DA1-CAAA5B416F85}"/>
              </a:ext>
            </a:extLst>
          </p:cNvPr>
          <p:cNvSpPr txBox="1"/>
          <p:nvPr/>
        </p:nvSpPr>
        <p:spPr>
          <a:xfrm>
            <a:off x="7260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Defines the user stucture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79" name="Google Shape;1679;p58">
            <a:extLst>
              <a:ext uri="{FF2B5EF4-FFF2-40B4-BE49-F238E27FC236}">
                <a16:creationId xmlns:a16="http://schemas.microsoft.com/office/drawing/2014/main" id="{1ED48DB1-35B9-C13B-D1B9-49C40AC3D4A6}"/>
              </a:ext>
            </a:extLst>
          </p:cNvPr>
          <p:cNvCxnSpPr>
            <a:stCxn id="1680" idx="2"/>
            <a:endCxn id="1681" idx="0"/>
          </p:cNvCxnSpPr>
          <p:nvPr/>
        </p:nvCxnSpPr>
        <p:spPr>
          <a:xfrm>
            <a:off x="142605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1" name="Google Shape;1681;p58">
            <a:extLst>
              <a:ext uri="{FF2B5EF4-FFF2-40B4-BE49-F238E27FC236}">
                <a16:creationId xmlns:a16="http://schemas.microsoft.com/office/drawing/2014/main" id="{6D5D83D4-244D-3B37-A185-5984C9CDF644}"/>
              </a:ext>
            </a:extLst>
          </p:cNvPr>
          <p:cNvSpPr txBox="1"/>
          <p:nvPr/>
        </p:nvSpPr>
        <p:spPr>
          <a:xfrm>
            <a:off x="7260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ser.py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2" name="Google Shape;1682;p58">
            <a:extLst>
              <a:ext uri="{FF2B5EF4-FFF2-40B4-BE49-F238E27FC236}">
                <a16:creationId xmlns:a16="http://schemas.microsoft.com/office/drawing/2014/main" id="{10E5450D-181D-7237-53E4-EA954D8544A7}"/>
              </a:ext>
            </a:extLst>
          </p:cNvPr>
          <p:cNvCxnSpPr>
            <a:stCxn id="1681" idx="2"/>
            <a:endCxn id="1678" idx="0"/>
          </p:cNvCxnSpPr>
          <p:nvPr/>
        </p:nvCxnSpPr>
        <p:spPr>
          <a:xfrm>
            <a:off x="14260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3" name="Google Shape;1683;p58">
            <a:extLst>
              <a:ext uri="{FF2B5EF4-FFF2-40B4-BE49-F238E27FC236}">
                <a16:creationId xmlns:a16="http://schemas.microsoft.com/office/drawing/2014/main" id="{9E195182-E2B7-1D01-B0F4-2897E7C4CD56}"/>
              </a:ext>
            </a:extLst>
          </p:cNvPr>
          <p:cNvSpPr txBox="1"/>
          <p:nvPr/>
        </p:nvSpPr>
        <p:spPr>
          <a:xfrm>
            <a:off x="387195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Stores the likes of the users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4" name="Google Shape;1684;p58">
            <a:extLst>
              <a:ext uri="{FF2B5EF4-FFF2-40B4-BE49-F238E27FC236}">
                <a16:creationId xmlns:a16="http://schemas.microsoft.com/office/drawing/2014/main" id="{1911024C-3726-B7FF-DE8A-6A3652CBF87F}"/>
              </a:ext>
            </a:extLst>
          </p:cNvPr>
          <p:cNvCxnSpPr>
            <a:stCxn id="1685" idx="2"/>
            <a:endCxn id="1686" idx="0"/>
          </p:cNvCxnSpPr>
          <p:nvPr/>
        </p:nvCxnSpPr>
        <p:spPr>
          <a:xfrm>
            <a:off x="457200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6" name="Google Shape;1686;p58">
            <a:extLst>
              <a:ext uri="{FF2B5EF4-FFF2-40B4-BE49-F238E27FC236}">
                <a16:creationId xmlns:a16="http://schemas.microsoft.com/office/drawing/2014/main" id="{ADC94474-9C83-517F-62A7-EF8861315038}"/>
              </a:ext>
            </a:extLst>
          </p:cNvPr>
          <p:cNvSpPr txBox="1"/>
          <p:nvPr/>
        </p:nvSpPr>
        <p:spPr>
          <a:xfrm>
            <a:off x="387195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ike.py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0" name="Google Shape;1680;p58">
            <a:extLst>
              <a:ext uri="{FF2B5EF4-FFF2-40B4-BE49-F238E27FC236}">
                <a16:creationId xmlns:a16="http://schemas.microsoft.com/office/drawing/2014/main" id="{37A38F3B-F88E-B552-C970-313082A86471}"/>
              </a:ext>
            </a:extLst>
          </p:cNvPr>
          <p:cNvSpPr/>
          <p:nvPr/>
        </p:nvSpPr>
        <p:spPr>
          <a:xfrm>
            <a:off x="72600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Users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7" name="Google Shape;1687;p58">
            <a:extLst>
              <a:ext uri="{FF2B5EF4-FFF2-40B4-BE49-F238E27FC236}">
                <a16:creationId xmlns:a16="http://schemas.microsoft.com/office/drawing/2014/main" id="{8DD95BAF-B077-E343-FA39-04598B9B1617}"/>
              </a:ext>
            </a:extLst>
          </p:cNvPr>
          <p:cNvCxnSpPr>
            <a:stCxn id="1686" idx="2"/>
            <a:endCxn id="1683" idx="0"/>
          </p:cNvCxnSpPr>
          <p:nvPr/>
        </p:nvCxnSpPr>
        <p:spPr>
          <a:xfrm>
            <a:off x="457200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8" name="Google Shape;1688;p58">
            <a:extLst>
              <a:ext uri="{FF2B5EF4-FFF2-40B4-BE49-F238E27FC236}">
                <a16:creationId xmlns:a16="http://schemas.microsoft.com/office/drawing/2014/main" id="{2A6A986B-573B-40D7-309B-89BBE471DD82}"/>
              </a:ext>
            </a:extLst>
          </p:cNvPr>
          <p:cNvSpPr txBox="1"/>
          <p:nvPr/>
        </p:nvSpPr>
        <p:spPr>
          <a:xfrm>
            <a:off x="2197575" y="2632075"/>
            <a:ext cx="16029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 all the data from the movies.csv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9" name="Google Shape;1689;p58">
            <a:extLst>
              <a:ext uri="{FF2B5EF4-FFF2-40B4-BE49-F238E27FC236}">
                <a16:creationId xmlns:a16="http://schemas.microsoft.com/office/drawing/2014/main" id="{A58C9043-E4B1-FF84-1FC5-EF50ED0BE74C}"/>
              </a:ext>
            </a:extLst>
          </p:cNvPr>
          <p:cNvCxnSpPr>
            <a:stCxn id="1690" idx="2"/>
            <a:endCxn id="1688" idx="0"/>
          </p:cNvCxnSpPr>
          <p:nvPr/>
        </p:nvCxnSpPr>
        <p:spPr>
          <a:xfrm>
            <a:off x="299902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1" name="Google Shape;1691;p58">
            <a:extLst>
              <a:ext uri="{FF2B5EF4-FFF2-40B4-BE49-F238E27FC236}">
                <a16:creationId xmlns:a16="http://schemas.microsoft.com/office/drawing/2014/main" id="{8638EAAC-3207-7463-6BFB-C12FE9DB2010}"/>
              </a:ext>
            </a:extLst>
          </p:cNvPr>
          <p:cNvSpPr txBox="1"/>
          <p:nvPr/>
        </p:nvSpPr>
        <p:spPr>
          <a:xfrm>
            <a:off x="229897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5" name="Google Shape;1685;p58">
            <a:extLst>
              <a:ext uri="{FF2B5EF4-FFF2-40B4-BE49-F238E27FC236}">
                <a16:creationId xmlns:a16="http://schemas.microsoft.com/office/drawing/2014/main" id="{EC1608FD-FFCC-A70E-2E0C-1A22CED2B195}"/>
              </a:ext>
            </a:extLst>
          </p:cNvPr>
          <p:cNvSpPr/>
          <p:nvPr/>
        </p:nvSpPr>
        <p:spPr>
          <a:xfrm>
            <a:off x="387195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Likes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92" name="Google Shape;1692;p58">
            <a:extLst>
              <a:ext uri="{FF2B5EF4-FFF2-40B4-BE49-F238E27FC236}">
                <a16:creationId xmlns:a16="http://schemas.microsoft.com/office/drawing/2014/main" id="{2C545952-DF21-9E99-3BB1-214112A531DC}"/>
              </a:ext>
            </a:extLst>
          </p:cNvPr>
          <p:cNvCxnSpPr>
            <a:stCxn id="1691" idx="0"/>
            <a:endCxn id="1688" idx="2"/>
          </p:cNvCxnSpPr>
          <p:nvPr/>
        </p:nvCxnSpPr>
        <p:spPr>
          <a:xfrm rot="10800000">
            <a:off x="299902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0" name="Google Shape;1690;p58">
            <a:extLst>
              <a:ext uri="{FF2B5EF4-FFF2-40B4-BE49-F238E27FC236}">
                <a16:creationId xmlns:a16="http://schemas.microsoft.com/office/drawing/2014/main" id="{235DA522-A2B9-4C48-CE47-E1C269BB279F}"/>
              </a:ext>
            </a:extLst>
          </p:cNvPr>
          <p:cNvSpPr/>
          <p:nvPr/>
        </p:nvSpPr>
        <p:spPr>
          <a:xfrm>
            <a:off x="229897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422895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3" grpId="0"/>
      <p:bldP spid="1686" grpId="0"/>
      <p:bldP spid="16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>
          <a:extLst>
            <a:ext uri="{FF2B5EF4-FFF2-40B4-BE49-F238E27FC236}">
              <a16:creationId xmlns:a16="http://schemas.microsoft.com/office/drawing/2014/main" id="{7E77664A-23B6-1C93-EDCD-6700731C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">
            <a:extLst>
              <a:ext uri="{FF2B5EF4-FFF2-40B4-BE49-F238E27FC236}">
                <a16:creationId xmlns:a16="http://schemas.microsoft.com/office/drawing/2014/main" id="{01B59E6F-3C5F-8006-1B5A-87C763909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678" name="Google Shape;1678;p58">
            <a:extLst>
              <a:ext uri="{FF2B5EF4-FFF2-40B4-BE49-F238E27FC236}">
                <a16:creationId xmlns:a16="http://schemas.microsoft.com/office/drawing/2014/main" id="{D4DA3692-F05F-15ED-E429-F115207BB85B}"/>
              </a:ext>
            </a:extLst>
          </p:cNvPr>
          <p:cNvSpPr txBox="1"/>
          <p:nvPr/>
        </p:nvSpPr>
        <p:spPr>
          <a:xfrm>
            <a:off x="7260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Defines the user stucture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79" name="Google Shape;1679;p58">
            <a:extLst>
              <a:ext uri="{FF2B5EF4-FFF2-40B4-BE49-F238E27FC236}">
                <a16:creationId xmlns:a16="http://schemas.microsoft.com/office/drawing/2014/main" id="{4F0712D5-CE26-F621-A7DB-A9B893A6D79D}"/>
              </a:ext>
            </a:extLst>
          </p:cNvPr>
          <p:cNvCxnSpPr>
            <a:stCxn id="1680" idx="2"/>
            <a:endCxn id="1681" idx="0"/>
          </p:cNvCxnSpPr>
          <p:nvPr/>
        </p:nvCxnSpPr>
        <p:spPr>
          <a:xfrm>
            <a:off x="142605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1" name="Google Shape;1681;p58">
            <a:extLst>
              <a:ext uri="{FF2B5EF4-FFF2-40B4-BE49-F238E27FC236}">
                <a16:creationId xmlns:a16="http://schemas.microsoft.com/office/drawing/2014/main" id="{7581F5C1-18D7-A82B-4A81-AFA376FE6020}"/>
              </a:ext>
            </a:extLst>
          </p:cNvPr>
          <p:cNvSpPr txBox="1"/>
          <p:nvPr/>
        </p:nvSpPr>
        <p:spPr>
          <a:xfrm>
            <a:off x="7260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ser.py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2" name="Google Shape;1682;p58">
            <a:extLst>
              <a:ext uri="{FF2B5EF4-FFF2-40B4-BE49-F238E27FC236}">
                <a16:creationId xmlns:a16="http://schemas.microsoft.com/office/drawing/2014/main" id="{6C5283D0-11E0-92AE-816A-7D73C86DE82A}"/>
              </a:ext>
            </a:extLst>
          </p:cNvPr>
          <p:cNvCxnSpPr>
            <a:stCxn id="1681" idx="2"/>
            <a:endCxn id="1678" idx="0"/>
          </p:cNvCxnSpPr>
          <p:nvPr/>
        </p:nvCxnSpPr>
        <p:spPr>
          <a:xfrm>
            <a:off x="14260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3" name="Google Shape;1683;p58">
            <a:extLst>
              <a:ext uri="{FF2B5EF4-FFF2-40B4-BE49-F238E27FC236}">
                <a16:creationId xmlns:a16="http://schemas.microsoft.com/office/drawing/2014/main" id="{194A80CD-5CF4-7C33-ABF7-E7278F915229}"/>
              </a:ext>
            </a:extLst>
          </p:cNvPr>
          <p:cNvSpPr txBox="1"/>
          <p:nvPr/>
        </p:nvSpPr>
        <p:spPr>
          <a:xfrm>
            <a:off x="387195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Stores the likes of the users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4" name="Google Shape;1684;p58">
            <a:extLst>
              <a:ext uri="{FF2B5EF4-FFF2-40B4-BE49-F238E27FC236}">
                <a16:creationId xmlns:a16="http://schemas.microsoft.com/office/drawing/2014/main" id="{9C045834-16C3-F45A-D211-8E3E642534BD}"/>
              </a:ext>
            </a:extLst>
          </p:cNvPr>
          <p:cNvCxnSpPr>
            <a:stCxn id="1685" idx="2"/>
            <a:endCxn id="1686" idx="0"/>
          </p:cNvCxnSpPr>
          <p:nvPr/>
        </p:nvCxnSpPr>
        <p:spPr>
          <a:xfrm>
            <a:off x="457200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6" name="Google Shape;1686;p58">
            <a:extLst>
              <a:ext uri="{FF2B5EF4-FFF2-40B4-BE49-F238E27FC236}">
                <a16:creationId xmlns:a16="http://schemas.microsoft.com/office/drawing/2014/main" id="{E3AF15A8-4932-2F47-0211-75E4FCD2585A}"/>
              </a:ext>
            </a:extLst>
          </p:cNvPr>
          <p:cNvSpPr txBox="1"/>
          <p:nvPr/>
        </p:nvSpPr>
        <p:spPr>
          <a:xfrm>
            <a:off x="387195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ike.py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0" name="Google Shape;1680;p58">
            <a:extLst>
              <a:ext uri="{FF2B5EF4-FFF2-40B4-BE49-F238E27FC236}">
                <a16:creationId xmlns:a16="http://schemas.microsoft.com/office/drawing/2014/main" id="{701A1E7D-9650-A969-0823-5E37C2DFF223}"/>
              </a:ext>
            </a:extLst>
          </p:cNvPr>
          <p:cNvSpPr/>
          <p:nvPr/>
        </p:nvSpPr>
        <p:spPr>
          <a:xfrm>
            <a:off x="72600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Users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7" name="Google Shape;1687;p58">
            <a:extLst>
              <a:ext uri="{FF2B5EF4-FFF2-40B4-BE49-F238E27FC236}">
                <a16:creationId xmlns:a16="http://schemas.microsoft.com/office/drawing/2014/main" id="{816EED8D-1A53-795A-C9E7-44230735C78C}"/>
              </a:ext>
            </a:extLst>
          </p:cNvPr>
          <p:cNvCxnSpPr>
            <a:stCxn id="1686" idx="2"/>
            <a:endCxn id="1683" idx="0"/>
          </p:cNvCxnSpPr>
          <p:nvPr/>
        </p:nvCxnSpPr>
        <p:spPr>
          <a:xfrm>
            <a:off x="457200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8" name="Google Shape;1688;p58">
            <a:extLst>
              <a:ext uri="{FF2B5EF4-FFF2-40B4-BE49-F238E27FC236}">
                <a16:creationId xmlns:a16="http://schemas.microsoft.com/office/drawing/2014/main" id="{47D1FEBF-906B-E4E5-F6A3-C9F39CABB1FD}"/>
              </a:ext>
            </a:extLst>
          </p:cNvPr>
          <p:cNvSpPr txBox="1"/>
          <p:nvPr/>
        </p:nvSpPr>
        <p:spPr>
          <a:xfrm>
            <a:off x="2197575" y="2632075"/>
            <a:ext cx="16029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 all the data from the movies.csv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9" name="Google Shape;1689;p58">
            <a:extLst>
              <a:ext uri="{FF2B5EF4-FFF2-40B4-BE49-F238E27FC236}">
                <a16:creationId xmlns:a16="http://schemas.microsoft.com/office/drawing/2014/main" id="{17C2C0C6-95DE-4F60-78F5-75ABC6969EE5}"/>
              </a:ext>
            </a:extLst>
          </p:cNvPr>
          <p:cNvCxnSpPr>
            <a:stCxn id="1690" idx="2"/>
            <a:endCxn id="1688" idx="0"/>
          </p:cNvCxnSpPr>
          <p:nvPr/>
        </p:nvCxnSpPr>
        <p:spPr>
          <a:xfrm>
            <a:off x="299902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1" name="Google Shape;1691;p58">
            <a:extLst>
              <a:ext uri="{FF2B5EF4-FFF2-40B4-BE49-F238E27FC236}">
                <a16:creationId xmlns:a16="http://schemas.microsoft.com/office/drawing/2014/main" id="{6DA9DB6F-A19F-DD2B-0630-A1F3DA18CE66}"/>
              </a:ext>
            </a:extLst>
          </p:cNvPr>
          <p:cNvSpPr txBox="1"/>
          <p:nvPr/>
        </p:nvSpPr>
        <p:spPr>
          <a:xfrm>
            <a:off x="229897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5" name="Google Shape;1685;p58">
            <a:extLst>
              <a:ext uri="{FF2B5EF4-FFF2-40B4-BE49-F238E27FC236}">
                <a16:creationId xmlns:a16="http://schemas.microsoft.com/office/drawing/2014/main" id="{3CC70D7E-2DCC-13AA-FF2A-52C4A0BFEF46}"/>
              </a:ext>
            </a:extLst>
          </p:cNvPr>
          <p:cNvSpPr/>
          <p:nvPr/>
        </p:nvSpPr>
        <p:spPr>
          <a:xfrm>
            <a:off x="387195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Likes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92" name="Google Shape;1692;p58">
            <a:extLst>
              <a:ext uri="{FF2B5EF4-FFF2-40B4-BE49-F238E27FC236}">
                <a16:creationId xmlns:a16="http://schemas.microsoft.com/office/drawing/2014/main" id="{93A5E352-2E8F-7DAB-EA72-03FF658F3CD4}"/>
              </a:ext>
            </a:extLst>
          </p:cNvPr>
          <p:cNvCxnSpPr>
            <a:stCxn id="1691" idx="0"/>
            <a:endCxn id="1688" idx="2"/>
          </p:cNvCxnSpPr>
          <p:nvPr/>
        </p:nvCxnSpPr>
        <p:spPr>
          <a:xfrm rot="10800000">
            <a:off x="299902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0" name="Google Shape;1690;p58">
            <a:extLst>
              <a:ext uri="{FF2B5EF4-FFF2-40B4-BE49-F238E27FC236}">
                <a16:creationId xmlns:a16="http://schemas.microsoft.com/office/drawing/2014/main" id="{8C07E645-1018-473C-17BF-E6D1411E8CFF}"/>
              </a:ext>
            </a:extLst>
          </p:cNvPr>
          <p:cNvSpPr/>
          <p:nvPr/>
        </p:nvSpPr>
        <p:spPr>
          <a:xfrm>
            <a:off x="229897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98" name="Google Shape;1698;p58">
            <a:extLst>
              <a:ext uri="{FF2B5EF4-FFF2-40B4-BE49-F238E27FC236}">
                <a16:creationId xmlns:a16="http://schemas.microsoft.com/office/drawing/2014/main" id="{DB1DD405-4160-0F52-2870-8D1B6C7C5EFA}"/>
              </a:ext>
            </a:extLst>
          </p:cNvPr>
          <p:cNvSpPr txBox="1"/>
          <p:nvPr/>
        </p:nvSpPr>
        <p:spPr>
          <a:xfrm>
            <a:off x="5444925" y="2632068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Stores the reviews of the users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699" name="Google Shape;1699;p58">
            <a:extLst>
              <a:ext uri="{FF2B5EF4-FFF2-40B4-BE49-F238E27FC236}">
                <a16:creationId xmlns:a16="http://schemas.microsoft.com/office/drawing/2014/main" id="{640CA969-2435-0E68-17B9-B0A5FC7E12A7}"/>
              </a:ext>
            </a:extLst>
          </p:cNvPr>
          <p:cNvSpPr txBox="1"/>
          <p:nvPr/>
        </p:nvSpPr>
        <p:spPr>
          <a:xfrm>
            <a:off x="544492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eview.py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00" name="Google Shape;1700;p58">
            <a:extLst>
              <a:ext uri="{FF2B5EF4-FFF2-40B4-BE49-F238E27FC236}">
                <a16:creationId xmlns:a16="http://schemas.microsoft.com/office/drawing/2014/main" id="{C4E125EA-81B8-F7AC-D88A-5CA6E9D63EF3}"/>
              </a:ext>
            </a:extLst>
          </p:cNvPr>
          <p:cNvCxnSpPr>
            <a:stCxn id="1701" idx="2"/>
            <a:endCxn id="1698" idx="0"/>
          </p:cNvCxnSpPr>
          <p:nvPr/>
        </p:nvCxnSpPr>
        <p:spPr>
          <a:xfrm>
            <a:off x="614497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02" name="Google Shape;1702;p58">
            <a:extLst>
              <a:ext uri="{FF2B5EF4-FFF2-40B4-BE49-F238E27FC236}">
                <a16:creationId xmlns:a16="http://schemas.microsoft.com/office/drawing/2014/main" id="{9FEF77E1-ECB9-D951-8C12-EEAC837EDB99}"/>
              </a:ext>
            </a:extLst>
          </p:cNvPr>
          <p:cNvCxnSpPr>
            <a:stCxn id="1699" idx="0"/>
            <a:endCxn id="1698" idx="2"/>
          </p:cNvCxnSpPr>
          <p:nvPr/>
        </p:nvCxnSpPr>
        <p:spPr>
          <a:xfrm rot="10800000">
            <a:off x="614497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01" name="Google Shape;1701;p58">
            <a:extLst>
              <a:ext uri="{FF2B5EF4-FFF2-40B4-BE49-F238E27FC236}">
                <a16:creationId xmlns:a16="http://schemas.microsoft.com/office/drawing/2014/main" id="{3D2E4C34-DD12-3660-C63E-AC0ACF1095FF}"/>
              </a:ext>
            </a:extLst>
          </p:cNvPr>
          <p:cNvSpPr/>
          <p:nvPr/>
        </p:nvSpPr>
        <p:spPr>
          <a:xfrm>
            <a:off x="544492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Reviews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424922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8" grpId="0"/>
      <p:bldP spid="1699" grpId="0"/>
      <p:bldP spid="170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>
          <a:extLst>
            <a:ext uri="{FF2B5EF4-FFF2-40B4-BE49-F238E27FC236}">
              <a16:creationId xmlns:a16="http://schemas.microsoft.com/office/drawing/2014/main" id="{20D35727-4741-11DF-8B74-17FDF2A0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">
            <a:extLst>
              <a:ext uri="{FF2B5EF4-FFF2-40B4-BE49-F238E27FC236}">
                <a16:creationId xmlns:a16="http://schemas.microsoft.com/office/drawing/2014/main" id="{48E3C109-7D01-D50A-BA58-999AC4C32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678" name="Google Shape;1678;p58">
            <a:extLst>
              <a:ext uri="{FF2B5EF4-FFF2-40B4-BE49-F238E27FC236}">
                <a16:creationId xmlns:a16="http://schemas.microsoft.com/office/drawing/2014/main" id="{721E81E6-C45A-42B2-17C5-0355BD1E0D7B}"/>
              </a:ext>
            </a:extLst>
          </p:cNvPr>
          <p:cNvSpPr txBox="1"/>
          <p:nvPr/>
        </p:nvSpPr>
        <p:spPr>
          <a:xfrm>
            <a:off x="7260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Defines the user stucture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79" name="Google Shape;1679;p58">
            <a:extLst>
              <a:ext uri="{FF2B5EF4-FFF2-40B4-BE49-F238E27FC236}">
                <a16:creationId xmlns:a16="http://schemas.microsoft.com/office/drawing/2014/main" id="{3028D516-272E-FB0F-09DB-88B51BA1018D}"/>
              </a:ext>
            </a:extLst>
          </p:cNvPr>
          <p:cNvCxnSpPr>
            <a:stCxn id="1680" idx="2"/>
            <a:endCxn id="1681" idx="0"/>
          </p:cNvCxnSpPr>
          <p:nvPr/>
        </p:nvCxnSpPr>
        <p:spPr>
          <a:xfrm>
            <a:off x="142605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1" name="Google Shape;1681;p58">
            <a:extLst>
              <a:ext uri="{FF2B5EF4-FFF2-40B4-BE49-F238E27FC236}">
                <a16:creationId xmlns:a16="http://schemas.microsoft.com/office/drawing/2014/main" id="{7B473D57-CBC2-2BC5-BB15-3BD5023371B6}"/>
              </a:ext>
            </a:extLst>
          </p:cNvPr>
          <p:cNvSpPr txBox="1"/>
          <p:nvPr/>
        </p:nvSpPr>
        <p:spPr>
          <a:xfrm>
            <a:off x="7260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ser.py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2" name="Google Shape;1682;p58">
            <a:extLst>
              <a:ext uri="{FF2B5EF4-FFF2-40B4-BE49-F238E27FC236}">
                <a16:creationId xmlns:a16="http://schemas.microsoft.com/office/drawing/2014/main" id="{BC809D1C-364B-83B2-D7EB-C2A149DDE737}"/>
              </a:ext>
            </a:extLst>
          </p:cNvPr>
          <p:cNvCxnSpPr>
            <a:stCxn id="1681" idx="2"/>
            <a:endCxn id="1678" idx="0"/>
          </p:cNvCxnSpPr>
          <p:nvPr/>
        </p:nvCxnSpPr>
        <p:spPr>
          <a:xfrm>
            <a:off x="14260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3" name="Google Shape;1683;p58">
            <a:extLst>
              <a:ext uri="{FF2B5EF4-FFF2-40B4-BE49-F238E27FC236}">
                <a16:creationId xmlns:a16="http://schemas.microsoft.com/office/drawing/2014/main" id="{8A78BD5A-08FF-DA2C-7AA3-A06AC8E9436C}"/>
              </a:ext>
            </a:extLst>
          </p:cNvPr>
          <p:cNvSpPr txBox="1"/>
          <p:nvPr/>
        </p:nvSpPr>
        <p:spPr>
          <a:xfrm>
            <a:off x="387195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Stores the likes of the users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4" name="Google Shape;1684;p58">
            <a:extLst>
              <a:ext uri="{FF2B5EF4-FFF2-40B4-BE49-F238E27FC236}">
                <a16:creationId xmlns:a16="http://schemas.microsoft.com/office/drawing/2014/main" id="{4D62C35C-517C-1183-D639-0F998E54C98D}"/>
              </a:ext>
            </a:extLst>
          </p:cNvPr>
          <p:cNvCxnSpPr>
            <a:stCxn id="1685" idx="2"/>
            <a:endCxn id="1686" idx="0"/>
          </p:cNvCxnSpPr>
          <p:nvPr/>
        </p:nvCxnSpPr>
        <p:spPr>
          <a:xfrm>
            <a:off x="4572000" y="2213105"/>
            <a:ext cx="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6" name="Google Shape;1686;p58">
            <a:extLst>
              <a:ext uri="{FF2B5EF4-FFF2-40B4-BE49-F238E27FC236}">
                <a16:creationId xmlns:a16="http://schemas.microsoft.com/office/drawing/2014/main" id="{97867FBC-C649-66BA-CBD8-C2BC519FA141}"/>
              </a:ext>
            </a:extLst>
          </p:cNvPr>
          <p:cNvSpPr txBox="1"/>
          <p:nvPr/>
        </p:nvSpPr>
        <p:spPr>
          <a:xfrm>
            <a:off x="387195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ike.py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0" name="Google Shape;1680;p58">
            <a:extLst>
              <a:ext uri="{FF2B5EF4-FFF2-40B4-BE49-F238E27FC236}">
                <a16:creationId xmlns:a16="http://schemas.microsoft.com/office/drawing/2014/main" id="{55A91178-F13B-A1D9-E22B-A20B96DBAE8F}"/>
              </a:ext>
            </a:extLst>
          </p:cNvPr>
          <p:cNvSpPr/>
          <p:nvPr/>
        </p:nvSpPr>
        <p:spPr>
          <a:xfrm>
            <a:off x="72600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Users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87" name="Google Shape;1687;p58">
            <a:extLst>
              <a:ext uri="{FF2B5EF4-FFF2-40B4-BE49-F238E27FC236}">
                <a16:creationId xmlns:a16="http://schemas.microsoft.com/office/drawing/2014/main" id="{937F11BA-9AD3-2146-53B7-85E746FCF135}"/>
              </a:ext>
            </a:extLst>
          </p:cNvPr>
          <p:cNvCxnSpPr>
            <a:stCxn id="1686" idx="2"/>
            <a:endCxn id="1683" idx="0"/>
          </p:cNvCxnSpPr>
          <p:nvPr/>
        </p:nvCxnSpPr>
        <p:spPr>
          <a:xfrm>
            <a:off x="457200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88" name="Google Shape;1688;p58">
            <a:extLst>
              <a:ext uri="{FF2B5EF4-FFF2-40B4-BE49-F238E27FC236}">
                <a16:creationId xmlns:a16="http://schemas.microsoft.com/office/drawing/2014/main" id="{E19C390B-AA02-F07F-AB84-FE1FF4E31D57}"/>
              </a:ext>
            </a:extLst>
          </p:cNvPr>
          <p:cNvSpPr txBox="1"/>
          <p:nvPr/>
        </p:nvSpPr>
        <p:spPr>
          <a:xfrm>
            <a:off x="2197575" y="2632075"/>
            <a:ext cx="16029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 all the data from the movies.csv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89" name="Google Shape;1689;p58">
            <a:extLst>
              <a:ext uri="{FF2B5EF4-FFF2-40B4-BE49-F238E27FC236}">
                <a16:creationId xmlns:a16="http://schemas.microsoft.com/office/drawing/2014/main" id="{7C265563-6A4D-AFA6-D011-39DE5BAD3C9C}"/>
              </a:ext>
            </a:extLst>
          </p:cNvPr>
          <p:cNvCxnSpPr>
            <a:stCxn id="1690" idx="2"/>
            <a:endCxn id="1688" idx="0"/>
          </p:cNvCxnSpPr>
          <p:nvPr/>
        </p:nvCxnSpPr>
        <p:spPr>
          <a:xfrm>
            <a:off x="299902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1" name="Google Shape;1691;p58">
            <a:extLst>
              <a:ext uri="{FF2B5EF4-FFF2-40B4-BE49-F238E27FC236}">
                <a16:creationId xmlns:a16="http://schemas.microsoft.com/office/drawing/2014/main" id="{E3BFE76B-44DA-BCB9-E631-2F1643B29A81}"/>
              </a:ext>
            </a:extLst>
          </p:cNvPr>
          <p:cNvSpPr txBox="1"/>
          <p:nvPr/>
        </p:nvSpPr>
        <p:spPr>
          <a:xfrm>
            <a:off x="229897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85" name="Google Shape;1685;p58">
            <a:extLst>
              <a:ext uri="{FF2B5EF4-FFF2-40B4-BE49-F238E27FC236}">
                <a16:creationId xmlns:a16="http://schemas.microsoft.com/office/drawing/2014/main" id="{BA1EEE77-0BA2-2770-0FD6-49E787B2DB15}"/>
              </a:ext>
            </a:extLst>
          </p:cNvPr>
          <p:cNvSpPr/>
          <p:nvPr/>
        </p:nvSpPr>
        <p:spPr>
          <a:xfrm>
            <a:off x="3871950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Likes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92" name="Google Shape;1692;p58">
            <a:extLst>
              <a:ext uri="{FF2B5EF4-FFF2-40B4-BE49-F238E27FC236}">
                <a16:creationId xmlns:a16="http://schemas.microsoft.com/office/drawing/2014/main" id="{589393BB-0C06-1129-04C8-93A04EF82257}"/>
              </a:ext>
            </a:extLst>
          </p:cNvPr>
          <p:cNvCxnSpPr>
            <a:stCxn id="1691" idx="0"/>
            <a:endCxn id="1688" idx="2"/>
          </p:cNvCxnSpPr>
          <p:nvPr/>
        </p:nvCxnSpPr>
        <p:spPr>
          <a:xfrm rot="10800000">
            <a:off x="299902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3" name="Google Shape;1693;p58">
            <a:extLst>
              <a:ext uri="{FF2B5EF4-FFF2-40B4-BE49-F238E27FC236}">
                <a16:creationId xmlns:a16="http://schemas.microsoft.com/office/drawing/2014/main" id="{81EE3359-ADFE-BBD7-B411-E01C60922211}"/>
              </a:ext>
            </a:extLst>
          </p:cNvPr>
          <p:cNvSpPr txBox="1"/>
          <p:nvPr/>
        </p:nvSpPr>
        <p:spPr>
          <a:xfrm>
            <a:off x="7017900" y="3159599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</a:t>
            </a: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tores the saved movies from the user. 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1694" name="Google Shape;1694;p58">
            <a:extLst>
              <a:ext uri="{FF2B5EF4-FFF2-40B4-BE49-F238E27FC236}">
                <a16:creationId xmlns:a16="http://schemas.microsoft.com/office/drawing/2014/main" id="{F2E9EF0D-8409-0C2D-E38A-4F9B837B3CF6}"/>
              </a:ext>
            </a:extLst>
          </p:cNvPr>
          <p:cNvCxnSpPr>
            <a:cxnSpLocks/>
            <a:stCxn id="1695" idx="2"/>
            <a:endCxn id="1696" idx="0"/>
          </p:cNvCxnSpPr>
          <p:nvPr/>
        </p:nvCxnSpPr>
        <p:spPr>
          <a:xfrm>
            <a:off x="7717950" y="2213105"/>
            <a:ext cx="0" cy="4163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6" name="Google Shape;1696;p58">
            <a:extLst>
              <a:ext uri="{FF2B5EF4-FFF2-40B4-BE49-F238E27FC236}">
                <a16:creationId xmlns:a16="http://schemas.microsoft.com/office/drawing/2014/main" id="{B6C26926-65C5-72E5-7F86-3F6D1F72A0F3}"/>
              </a:ext>
            </a:extLst>
          </p:cNvPr>
          <p:cNvSpPr txBox="1"/>
          <p:nvPr/>
        </p:nvSpPr>
        <p:spPr>
          <a:xfrm>
            <a:off x="7017900" y="2629500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90" name="Google Shape;1690;p58">
            <a:extLst>
              <a:ext uri="{FF2B5EF4-FFF2-40B4-BE49-F238E27FC236}">
                <a16:creationId xmlns:a16="http://schemas.microsoft.com/office/drawing/2014/main" id="{9F0EEDF9-ADAC-F102-EDB3-C89CDC8C0898}"/>
              </a:ext>
            </a:extLst>
          </p:cNvPr>
          <p:cNvSpPr/>
          <p:nvPr/>
        </p:nvSpPr>
        <p:spPr>
          <a:xfrm>
            <a:off x="229897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Movies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697" name="Google Shape;1697;p58">
            <a:extLst>
              <a:ext uri="{FF2B5EF4-FFF2-40B4-BE49-F238E27FC236}">
                <a16:creationId xmlns:a16="http://schemas.microsoft.com/office/drawing/2014/main" id="{448D850C-CEE3-E430-D84B-964A1ED3A51A}"/>
              </a:ext>
            </a:extLst>
          </p:cNvPr>
          <p:cNvCxnSpPr>
            <a:stCxn id="1696" idx="2"/>
            <a:endCxn id="1693" idx="0"/>
          </p:cNvCxnSpPr>
          <p:nvPr/>
        </p:nvCxnSpPr>
        <p:spPr>
          <a:xfrm>
            <a:off x="7717950" y="2905500"/>
            <a:ext cx="0" cy="25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8" name="Google Shape;1698;p58">
            <a:extLst>
              <a:ext uri="{FF2B5EF4-FFF2-40B4-BE49-F238E27FC236}">
                <a16:creationId xmlns:a16="http://schemas.microsoft.com/office/drawing/2014/main" id="{B62D6F0C-9D0B-4056-6C75-48AB24BA23D1}"/>
              </a:ext>
            </a:extLst>
          </p:cNvPr>
          <p:cNvSpPr txBox="1"/>
          <p:nvPr/>
        </p:nvSpPr>
        <p:spPr>
          <a:xfrm>
            <a:off x="5444925" y="2632068"/>
            <a:ext cx="140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Stores the reviews of the users</a:t>
            </a:r>
            <a:endParaRPr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699" name="Google Shape;1699;p58">
            <a:extLst>
              <a:ext uri="{FF2B5EF4-FFF2-40B4-BE49-F238E27FC236}">
                <a16:creationId xmlns:a16="http://schemas.microsoft.com/office/drawing/2014/main" id="{235564F7-4EBE-FBE5-12D5-492AC8C89F00}"/>
              </a:ext>
            </a:extLst>
          </p:cNvPr>
          <p:cNvSpPr txBox="1"/>
          <p:nvPr/>
        </p:nvSpPr>
        <p:spPr>
          <a:xfrm>
            <a:off x="5444925" y="3642299"/>
            <a:ext cx="1400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eview.py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00" name="Google Shape;1700;p58">
            <a:extLst>
              <a:ext uri="{FF2B5EF4-FFF2-40B4-BE49-F238E27FC236}">
                <a16:creationId xmlns:a16="http://schemas.microsoft.com/office/drawing/2014/main" id="{C23C5957-BEC2-59F5-FD9C-765AB6600C04}"/>
              </a:ext>
            </a:extLst>
          </p:cNvPr>
          <p:cNvCxnSpPr>
            <a:stCxn id="1701" idx="2"/>
            <a:endCxn id="1698" idx="0"/>
          </p:cNvCxnSpPr>
          <p:nvPr/>
        </p:nvCxnSpPr>
        <p:spPr>
          <a:xfrm>
            <a:off x="6144975" y="2213105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5" name="Google Shape;1695;p58">
            <a:extLst>
              <a:ext uri="{FF2B5EF4-FFF2-40B4-BE49-F238E27FC236}">
                <a16:creationId xmlns:a16="http://schemas.microsoft.com/office/drawing/2014/main" id="{B62E9320-4960-1F2C-DC0F-8615E0B23148}"/>
              </a:ext>
            </a:extLst>
          </p:cNvPr>
          <p:cNvSpPr/>
          <p:nvPr/>
        </p:nvSpPr>
        <p:spPr>
          <a:xfrm>
            <a:off x="7017900" y="1640405"/>
            <a:ext cx="140009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err="1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s.m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702" name="Google Shape;1702;p58">
            <a:extLst>
              <a:ext uri="{FF2B5EF4-FFF2-40B4-BE49-F238E27FC236}">
                <a16:creationId xmlns:a16="http://schemas.microsoft.com/office/drawing/2014/main" id="{54D75650-FBE2-B6B3-7B80-BF613B6A6324}"/>
              </a:ext>
            </a:extLst>
          </p:cNvPr>
          <p:cNvCxnSpPr>
            <a:stCxn id="1699" idx="0"/>
            <a:endCxn id="1698" idx="2"/>
          </p:cNvCxnSpPr>
          <p:nvPr/>
        </p:nvCxnSpPr>
        <p:spPr>
          <a:xfrm rot="10800000">
            <a:off x="6144975" y="339089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01" name="Google Shape;1701;p58">
            <a:extLst>
              <a:ext uri="{FF2B5EF4-FFF2-40B4-BE49-F238E27FC236}">
                <a16:creationId xmlns:a16="http://schemas.microsoft.com/office/drawing/2014/main" id="{83CEBB9E-63CB-290F-7273-9811AE81C2EF}"/>
              </a:ext>
            </a:extLst>
          </p:cNvPr>
          <p:cNvSpPr/>
          <p:nvPr/>
        </p:nvSpPr>
        <p:spPr>
          <a:xfrm>
            <a:off x="5444925" y="1640405"/>
            <a:ext cx="14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Reviews</a:t>
            </a:r>
            <a:endParaRPr sz="2400" dirty="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29177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3" grpId="0"/>
      <p:bldP spid="1696" grpId="0"/>
      <p:bldP spid="169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8"/>
          <p:cNvSpPr txBox="1">
            <a:spLocks noGrp="1"/>
          </p:cNvSpPr>
          <p:nvPr>
            <p:ph type="title"/>
          </p:nvPr>
        </p:nvSpPr>
        <p:spPr>
          <a:xfrm>
            <a:off x="1174450" y="237734"/>
            <a:ext cx="401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Seeding</a:t>
            </a:r>
            <a:endParaRPr dirty="0"/>
          </a:p>
        </p:txBody>
      </p:sp>
      <p:sp>
        <p:nvSpPr>
          <p:cNvPr id="1373" name="Google Shape;1373;p48"/>
          <p:cNvSpPr txBox="1">
            <a:spLocks noGrp="1"/>
          </p:cNvSpPr>
          <p:nvPr>
            <p:ph type="subTitle" idx="1"/>
          </p:nvPr>
        </p:nvSpPr>
        <p:spPr>
          <a:xfrm>
            <a:off x="725966" y="966642"/>
            <a:ext cx="4463084" cy="33005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Source dataset: movies.csv with 45,000+ movie records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Chunk-based seeding: loads data in batches to prevent memory overflow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On-demand metadata enrichment via TMDB API (budget, runtime, revenue)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Wikipedia Media API fallback when TMDB is rate-limited or unavailable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Poster paths cached in database to avoid repeated API calls</a:t>
            </a:r>
          </a:p>
          <a:p>
            <a:pPr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populate_posters.py script for batch pre-populating poster URLs</a:t>
            </a:r>
          </a:p>
        </p:txBody>
      </p:sp>
      <p:pic>
        <p:nvPicPr>
          <p:cNvPr id="1374" name="Google Shape;1374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280" r="15053"/>
          <a:stretch/>
        </p:blipFill>
        <p:spPr>
          <a:xfrm>
            <a:off x="5263850" y="1218900"/>
            <a:ext cx="2705700" cy="2705700"/>
          </a:xfrm>
          <a:prstGeom prst="ellipse">
            <a:avLst/>
          </a:prstGeom>
        </p:spPr>
      </p:pic>
      <p:sp>
        <p:nvSpPr>
          <p:cNvPr id="1375" name="Google Shape;1375;p48"/>
          <p:cNvSpPr/>
          <p:nvPr/>
        </p:nvSpPr>
        <p:spPr>
          <a:xfrm>
            <a:off x="8251508" y="1680698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48"/>
          <p:cNvSpPr/>
          <p:nvPr/>
        </p:nvSpPr>
        <p:spPr>
          <a:xfrm>
            <a:off x="6924098" y="643685"/>
            <a:ext cx="166534" cy="166749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48"/>
          <p:cNvSpPr/>
          <p:nvPr/>
        </p:nvSpPr>
        <p:spPr>
          <a:xfrm>
            <a:off x="7803031" y="966642"/>
            <a:ext cx="166526" cy="220239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7"/>
          <p:cNvSpPr txBox="1">
            <a:spLocks noGrp="1"/>
          </p:cNvSpPr>
          <p:nvPr>
            <p:ph type="title"/>
          </p:nvPr>
        </p:nvSpPr>
        <p:spPr>
          <a:xfrm>
            <a:off x="1581150" y="2386938"/>
            <a:ext cx="5981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Auth &amp; Admin</a:t>
            </a:r>
            <a:endParaRPr dirty="0"/>
          </a:p>
        </p:txBody>
      </p:sp>
      <p:sp>
        <p:nvSpPr>
          <p:cNvPr id="1658" name="Google Shape;1658;p57"/>
          <p:cNvSpPr txBox="1">
            <a:spLocks noGrp="1"/>
          </p:cNvSpPr>
          <p:nvPr>
            <p:ph type="title" idx="2"/>
          </p:nvPr>
        </p:nvSpPr>
        <p:spPr>
          <a:xfrm>
            <a:off x="3833425" y="1123950"/>
            <a:ext cx="1467000" cy="137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59" name="Google Shape;1659;p57"/>
          <p:cNvSpPr txBox="1">
            <a:spLocks noGrp="1"/>
          </p:cNvSpPr>
          <p:nvPr>
            <p:ph type="subTitle" idx="1"/>
          </p:nvPr>
        </p:nvSpPr>
        <p:spPr>
          <a:xfrm>
            <a:off x="2038200" y="3478575"/>
            <a:ext cx="50676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About the roles and the authentication</a:t>
            </a:r>
            <a:endParaRPr dirty="0"/>
          </a:p>
        </p:txBody>
      </p:sp>
      <p:sp>
        <p:nvSpPr>
          <p:cNvPr id="1660" name="Google Shape;1660;p57"/>
          <p:cNvSpPr/>
          <p:nvPr/>
        </p:nvSpPr>
        <p:spPr>
          <a:xfrm flipH="1">
            <a:off x="3431413" y="15516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57"/>
          <p:cNvSpPr/>
          <p:nvPr/>
        </p:nvSpPr>
        <p:spPr>
          <a:xfrm flipH="1">
            <a:off x="5532188" y="15516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57"/>
          <p:cNvSpPr/>
          <p:nvPr/>
        </p:nvSpPr>
        <p:spPr>
          <a:xfrm flipH="1">
            <a:off x="725982" y="235817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3" name="Google Shape;1663;p57"/>
          <p:cNvGrpSpPr/>
          <p:nvPr/>
        </p:nvGrpSpPr>
        <p:grpSpPr>
          <a:xfrm rot="5013124">
            <a:off x="929827" y="4084457"/>
            <a:ext cx="1086974" cy="1626146"/>
            <a:chOff x="3774225" y="-1654550"/>
            <a:chExt cx="636100" cy="951625"/>
          </a:xfrm>
        </p:grpSpPr>
        <p:sp>
          <p:nvSpPr>
            <p:cNvPr id="1664" name="Google Shape;1664;p57"/>
            <p:cNvSpPr/>
            <p:nvPr/>
          </p:nvSpPr>
          <p:spPr>
            <a:xfrm>
              <a:off x="3774225" y="-1654550"/>
              <a:ext cx="636100" cy="951625"/>
            </a:xfrm>
            <a:custGeom>
              <a:avLst/>
              <a:gdLst/>
              <a:ahLst/>
              <a:cxnLst/>
              <a:rect l="l" t="t" r="r" b="b"/>
              <a:pathLst>
                <a:path w="25444" h="38065" extrusionOk="0">
                  <a:moveTo>
                    <a:pt x="16133" y="1"/>
                  </a:moveTo>
                  <a:cubicBezTo>
                    <a:pt x="15335" y="1"/>
                    <a:pt x="14597" y="143"/>
                    <a:pt x="13895" y="453"/>
                  </a:cubicBezTo>
                  <a:cubicBezTo>
                    <a:pt x="13704" y="548"/>
                    <a:pt x="13490" y="655"/>
                    <a:pt x="13299" y="774"/>
                  </a:cubicBezTo>
                  <a:cubicBezTo>
                    <a:pt x="12335" y="786"/>
                    <a:pt x="11371" y="1072"/>
                    <a:pt x="10502" y="1572"/>
                  </a:cubicBezTo>
                  <a:cubicBezTo>
                    <a:pt x="9168" y="2358"/>
                    <a:pt x="8168" y="3656"/>
                    <a:pt x="7584" y="5311"/>
                  </a:cubicBezTo>
                  <a:cubicBezTo>
                    <a:pt x="7084" y="6799"/>
                    <a:pt x="7037" y="8287"/>
                    <a:pt x="7049" y="9680"/>
                  </a:cubicBezTo>
                  <a:cubicBezTo>
                    <a:pt x="7049" y="9918"/>
                    <a:pt x="7061" y="10157"/>
                    <a:pt x="7061" y="10395"/>
                  </a:cubicBezTo>
                  <a:cubicBezTo>
                    <a:pt x="7084" y="10847"/>
                    <a:pt x="7084" y="11264"/>
                    <a:pt x="7084" y="11681"/>
                  </a:cubicBezTo>
                  <a:cubicBezTo>
                    <a:pt x="7084" y="11943"/>
                    <a:pt x="7061" y="12216"/>
                    <a:pt x="7049" y="12466"/>
                  </a:cubicBezTo>
                  <a:cubicBezTo>
                    <a:pt x="7037" y="12597"/>
                    <a:pt x="7037" y="12740"/>
                    <a:pt x="7025" y="12871"/>
                  </a:cubicBezTo>
                  <a:cubicBezTo>
                    <a:pt x="7025" y="12931"/>
                    <a:pt x="7001" y="12990"/>
                    <a:pt x="7001" y="13050"/>
                  </a:cubicBezTo>
                  <a:lnTo>
                    <a:pt x="6989" y="13169"/>
                  </a:lnTo>
                  <a:lnTo>
                    <a:pt x="6989" y="13181"/>
                  </a:lnTo>
                  <a:cubicBezTo>
                    <a:pt x="6882" y="14240"/>
                    <a:pt x="6680" y="15276"/>
                    <a:pt x="6394" y="16288"/>
                  </a:cubicBezTo>
                  <a:cubicBezTo>
                    <a:pt x="6096" y="17324"/>
                    <a:pt x="5751" y="18217"/>
                    <a:pt x="5298" y="19182"/>
                  </a:cubicBezTo>
                  <a:cubicBezTo>
                    <a:pt x="4834" y="20134"/>
                    <a:pt x="4263" y="21075"/>
                    <a:pt x="3715" y="21825"/>
                  </a:cubicBezTo>
                  <a:cubicBezTo>
                    <a:pt x="3477" y="22158"/>
                    <a:pt x="3227" y="22480"/>
                    <a:pt x="2941" y="22837"/>
                  </a:cubicBezTo>
                  <a:cubicBezTo>
                    <a:pt x="1691" y="24432"/>
                    <a:pt x="274" y="26230"/>
                    <a:pt x="95" y="28718"/>
                  </a:cubicBezTo>
                  <a:cubicBezTo>
                    <a:pt x="0" y="30254"/>
                    <a:pt x="417" y="31754"/>
                    <a:pt x="1274" y="32826"/>
                  </a:cubicBezTo>
                  <a:cubicBezTo>
                    <a:pt x="1679" y="33338"/>
                    <a:pt x="2167" y="33767"/>
                    <a:pt x="2739" y="34076"/>
                  </a:cubicBezTo>
                  <a:cubicBezTo>
                    <a:pt x="3167" y="34731"/>
                    <a:pt x="3727" y="35314"/>
                    <a:pt x="4417" y="35755"/>
                  </a:cubicBezTo>
                  <a:cubicBezTo>
                    <a:pt x="5060" y="36172"/>
                    <a:pt x="5751" y="36457"/>
                    <a:pt x="6489" y="36612"/>
                  </a:cubicBezTo>
                  <a:cubicBezTo>
                    <a:pt x="7477" y="37541"/>
                    <a:pt x="8823" y="38065"/>
                    <a:pt x="10263" y="38065"/>
                  </a:cubicBezTo>
                  <a:cubicBezTo>
                    <a:pt x="10335" y="38065"/>
                    <a:pt x="10418" y="38065"/>
                    <a:pt x="10490" y="38053"/>
                  </a:cubicBezTo>
                  <a:cubicBezTo>
                    <a:pt x="12002" y="37993"/>
                    <a:pt x="13502" y="37398"/>
                    <a:pt x="14954" y="36243"/>
                  </a:cubicBezTo>
                  <a:cubicBezTo>
                    <a:pt x="16062" y="35350"/>
                    <a:pt x="17002" y="34302"/>
                    <a:pt x="17812" y="33362"/>
                  </a:cubicBezTo>
                  <a:cubicBezTo>
                    <a:pt x="19574" y="31290"/>
                    <a:pt x="21086" y="29064"/>
                    <a:pt x="22301" y="26706"/>
                  </a:cubicBezTo>
                  <a:cubicBezTo>
                    <a:pt x="22598" y="26147"/>
                    <a:pt x="22884" y="25551"/>
                    <a:pt x="23146" y="24956"/>
                  </a:cubicBezTo>
                  <a:cubicBezTo>
                    <a:pt x="23765" y="23587"/>
                    <a:pt x="24241" y="22158"/>
                    <a:pt x="24563" y="20741"/>
                  </a:cubicBezTo>
                  <a:cubicBezTo>
                    <a:pt x="24932" y="19170"/>
                    <a:pt x="25110" y="17634"/>
                    <a:pt x="25230" y="16324"/>
                  </a:cubicBezTo>
                  <a:cubicBezTo>
                    <a:pt x="25372" y="14812"/>
                    <a:pt x="25444" y="13324"/>
                    <a:pt x="25444" y="11871"/>
                  </a:cubicBezTo>
                  <a:cubicBezTo>
                    <a:pt x="25432" y="10514"/>
                    <a:pt x="25432" y="8823"/>
                    <a:pt x="24860" y="7216"/>
                  </a:cubicBezTo>
                  <a:cubicBezTo>
                    <a:pt x="24277" y="5537"/>
                    <a:pt x="23182" y="4203"/>
                    <a:pt x="21801" y="3513"/>
                  </a:cubicBezTo>
                  <a:cubicBezTo>
                    <a:pt x="21622" y="3418"/>
                    <a:pt x="21443" y="3346"/>
                    <a:pt x="21265" y="3275"/>
                  </a:cubicBezTo>
                  <a:cubicBezTo>
                    <a:pt x="20979" y="2644"/>
                    <a:pt x="20598" y="2060"/>
                    <a:pt x="20098" y="1584"/>
                  </a:cubicBezTo>
                  <a:cubicBezTo>
                    <a:pt x="19074" y="572"/>
                    <a:pt x="17633" y="1"/>
                    <a:pt x="16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7"/>
            <p:cNvSpPr/>
            <p:nvPr/>
          </p:nvSpPr>
          <p:spPr>
            <a:xfrm>
              <a:off x="3821550" y="-1587725"/>
              <a:ext cx="389350" cy="755950"/>
            </a:xfrm>
            <a:custGeom>
              <a:avLst/>
              <a:gdLst/>
              <a:ahLst/>
              <a:cxnLst/>
              <a:rect l="l" t="t" r="r" b="b"/>
              <a:pathLst>
                <a:path w="15574" h="30238" extrusionOk="0">
                  <a:moveTo>
                    <a:pt x="11457" y="0"/>
                  </a:moveTo>
                  <a:cubicBezTo>
                    <a:pt x="10802" y="0"/>
                    <a:pt x="10147" y="194"/>
                    <a:pt x="9561" y="542"/>
                  </a:cubicBezTo>
                  <a:cubicBezTo>
                    <a:pt x="8537" y="1149"/>
                    <a:pt x="7870" y="2162"/>
                    <a:pt x="7477" y="3281"/>
                  </a:cubicBezTo>
                  <a:cubicBezTo>
                    <a:pt x="7073" y="4471"/>
                    <a:pt x="7013" y="5757"/>
                    <a:pt x="7037" y="7007"/>
                  </a:cubicBezTo>
                  <a:cubicBezTo>
                    <a:pt x="7049" y="7698"/>
                    <a:pt x="7061" y="8365"/>
                    <a:pt x="7061" y="9055"/>
                  </a:cubicBezTo>
                  <a:cubicBezTo>
                    <a:pt x="7061" y="9353"/>
                    <a:pt x="7049" y="9627"/>
                    <a:pt x="7037" y="9924"/>
                  </a:cubicBezTo>
                  <a:cubicBezTo>
                    <a:pt x="7013" y="10079"/>
                    <a:pt x="7013" y="10222"/>
                    <a:pt x="7001" y="10365"/>
                  </a:cubicBezTo>
                  <a:cubicBezTo>
                    <a:pt x="7001" y="10424"/>
                    <a:pt x="6989" y="10496"/>
                    <a:pt x="6989" y="10555"/>
                  </a:cubicBezTo>
                  <a:cubicBezTo>
                    <a:pt x="6989" y="10579"/>
                    <a:pt x="6989" y="10615"/>
                    <a:pt x="6965" y="10639"/>
                  </a:cubicBezTo>
                  <a:lnTo>
                    <a:pt x="6965" y="10686"/>
                  </a:lnTo>
                  <a:lnTo>
                    <a:pt x="6965" y="10722"/>
                  </a:lnTo>
                  <a:cubicBezTo>
                    <a:pt x="6858" y="11877"/>
                    <a:pt x="6632" y="13020"/>
                    <a:pt x="6311" y="14139"/>
                  </a:cubicBezTo>
                  <a:cubicBezTo>
                    <a:pt x="5989" y="15270"/>
                    <a:pt x="5620" y="16282"/>
                    <a:pt x="5096" y="17342"/>
                  </a:cubicBezTo>
                  <a:cubicBezTo>
                    <a:pt x="4608" y="18354"/>
                    <a:pt x="3977" y="19414"/>
                    <a:pt x="3358" y="20283"/>
                  </a:cubicBezTo>
                  <a:cubicBezTo>
                    <a:pt x="2024" y="22116"/>
                    <a:pt x="262" y="23831"/>
                    <a:pt x="84" y="26212"/>
                  </a:cubicBezTo>
                  <a:cubicBezTo>
                    <a:pt x="0" y="27176"/>
                    <a:pt x="227" y="28236"/>
                    <a:pt x="834" y="29010"/>
                  </a:cubicBezTo>
                  <a:cubicBezTo>
                    <a:pt x="1481" y="29820"/>
                    <a:pt x="2452" y="30238"/>
                    <a:pt x="3471" y="30238"/>
                  </a:cubicBezTo>
                  <a:cubicBezTo>
                    <a:pt x="3576" y="30238"/>
                    <a:pt x="3681" y="30233"/>
                    <a:pt x="3786" y="30224"/>
                  </a:cubicBezTo>
                  <a:cubicBezTo>
                    <a:pt x="4989" y="30141"/>
                    <a:pt x="6049" y="29546"/>
                    <a:pt x="6954" y="28784"/>
                  </a:cubicBezTo>
                  <a:cubicBezTo>
                    <a:pt x="7847" y="28022"/>
                    <a:pt x="8620" y="27105"/>
                    <a:pt x="9347" y="26176"/>
                  </a:cubicBezTo>
                  <a:cubicBezTo>
                    <a:pt x="10871" y="24283"/>
                    <a:pt x="12168" y="22223"/>
                    <a:pt x="13204" y="20033"/>
                  </a:cubicBezTo>
                  <a:cubicBezTo>
                    <a:pt x="13454" y="19509"/>
                    <a:pt x="13681" y="18973"/>
                    <a:pt x="13907" y="18425"/>
                  </a:cubicBezTo>
                  <a:cubicBezTo>
                    <a:pt x="14395" y="17223"/>
                    <a:pt x="14764" y="15973"/>
                    <a:pt x="15002" y="14687"/>
                  </a:cubicBezTo>
                  <a:cubicBezTo>
                    <a:pt x="15264" y="13365"/>
                    <a:pt x="15383" y="12032"/>
                    <a:pt x="15467" y="10686"/>
                  </a:cubicBezTo>
                  <a:cubicBezTo>
                    <a:pt x="15562" y="9329"/>
                    <a:pt x="15574" y="7960"/>
                    <a:pt x="15526" y="6614"/>
                  </a:cubicBezTo>
                  <a:cubicBezTo>
                    <a:pt x="15490" y="5305"/>
                    <a:pt x="15431" y="3959"/>
                    <a:pt x="14943" y="2757"/>
                  </a:cubicBezTo>
                  <a:cubicBezTo>
                    <a:pt x="14550" y="1733"/>
                    <a:pt x="13835" y="780"/>
                    <a:pt x="12823" y="304"/>
                  </a:cubicBezTo>
                  <a:cubicBezTo>
                    <a:pt x="12384" y="97"/>
                    <a:pt x="11921" y="0"/>
                    <a:pt x="11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7"/>
            <p:cNvSpPr/>
            <p:nvPr/>
          </p:nvSpPr>
          <p:spPr>
            <a:xfrm>
              <a:off x="3861725" y="-1607500"/>
              <a:ext cx="417050" cy="822950"/>
            </a:xfrm>
            <a:custGeom>
              <a:avLst/>
              <a:gdLst/>
              <a:ahLst/>
              <a:cxnLst/>
              <a:rect l="l" t="t" r="r" b="b"/>
              <a:pathLst>
                <a:path w="16682" h="32918" extrusionOk="0">
                  <a:moveTo>
                    <a:pt x="12619" y="0"/>
                  </a:moveTo>
                  <a:cubicBezTo>
                    <a:pt x="12122" y="0"/>
                    <a:pt x="11626" y="97"/>
                    <a:pt x="11169" y="297"/>
                  </a:cubicBezTo>
                  <a:cubicBezTo>
                    <a:pt x="9907" y="857"/>
                    <a:pt x="9037" y="2071"/>
                    <a:pt x="8502" y="3345"/>
                  </a:cubicBezTo>
                  <a:cubicBezTo>
                    <a:pt x="6823" y="7298"/>
                    <a:pt x="7633" y="11882"/>
                    <a:pt x="6347" y="15966"/>
                  </a:cubicBezTo>
                  <a:cubicBezTo>
                    <a:pt x="5192" y="19657"/>
                    <a:pt x="2418" y="22622"/>
                    <a:pt x="929" y="26193"/>
                  </a:cubicBezTo>
                  <a:cubicBezTo>
                    <a:pt x="382" y="27515"/>
                    <a:pt x="1" y="29003"/>
                    <a:pt x="453" y="30361"/>
                  </a:cubicBezTo>
                  <a:cubicBezTo>
                    <a:pt x="938" y="31848"/>
                    <a:pt x="2463" y="32918"/>
                    <a:pt x="4019" y="32918"/>
                  </a:cubicBezTo>
                  <a:cubicBezTo>
                    <a:pt x="4144" y="32918"/>
                    <a:pt x="4269" y="32911"/>
                    <a:pt x="4394" y="32897"/>
                  </a:cubicBezTo>
                  <a:cubicBezTo>
                    <a:pt x="6073" y="32718"/>
                    <a:pt x="7525" y="31242"/>
                    <a:pt x="7680" y="29575"/>
                  </a:cubicBezTo>
                  <a:lnTo>
                    <a:pt x="14526" y="17907"/>
                  </a:lnTo>
                  <a:lnTo>
                    <a:pt x="16098" y="5167"/>
                  </a:lnTo>
                  <a:cubicBezTo>
                    <a:pt x="16681" y="3798"/>
                    <a:pt x="16336" y="2107"/>
                    <a:pt x="15276" y="1059"/>
                  </a:cubicBezTo>
                  <a:cubicBezTo>
                    <a:pt x="14574" y="373"/>
                    <a:pt x="13595" y="0"/>
                    <a:pt x="12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7"/>
            <p:cNvSpPr/>
            <p:nvPr/>
          </p:nvSpPr>
          <p:spPr>
            <a:xfrm>
              <a:off x="3938825" y="-1533475"/>
              <a:ext cx="425075" cy="783025"/>
            </a:xfrm>
            <a:custGeom>
              <a:avLst/>
              <a:gdLst/>
              <a:ahLst/>
              <a:cxnLst/>
              <a:rect l="l" t="t" r="r" b="b"/>
              <a:pathLst>
                <a:path w="17003" h="31321" extrusionOk="0">
                  <a:moveTo>
                    <a:pt x="12819" y="1"/>
                  </a:moveTo>
                  <a:cubicBezTo>
                    <a:pt x="12176" y="1"/>
                    <a:pt x="11532" y="172"/>
                    <a:pt x="10942" y="480"/>
                  </a:cubicBezTo>
                  <a:cubicBezTo>
                    <a:pt x="9835" y="1075"/>
                    <a:pt x="9109" y="2123"/>
                    <a:pt x="8668" y="3266"/>
                  </a:cubicBezTo>
                  <a:cubicBezTo>
                    <a:pt x="8192" y="4504"/>
                    <a:pt x="8097" y="5837"/>
                    <a:pt x="8073" y="7147"/>
                  </a:cubicBezTo>
                  <a:cubicBezTo>
                    <a:pt x="8049" y="7862"/>
                    <a:pt x="8049" y="8564"/>
                    <a:pt x="8025" y="9278"/>
                  </a:cubicBezTo>
                  <a:cubicBezTo>
                    <a:pt x="8013" y="9576"/>
                    <a:pt x="7989" y="9886"/>
                    <a:pt x="7966" y="10183"/>
                  </a:cubicBezTo>
                  <a:cubicBezTo>
                    <a:pt x="7954" y="10338"/>
                    <a:pt x="7930" y="10481"/>
                    <a:pt x="7918" y="10648"/>
                  </a:cubicBezTo>
                  <a:cubicBezTo>
                    <a:pt x="7906" y="10719"/>
                    <a:pt x="7906" y="10779"/>
                    <a:pt x="7894" y="10850"/>
                  </a:cubicBezTo>
                  <a:cubicBezTo>
                    <a:pt x="7894" y="10886"/>
                    <a:pt x="7870" y="10933"/>
                    <a:pt x="7870" y="10957"/>
                  </a:cubicBezTo>
                  <a:lnTo>
                    <a:pt x="7870" y="11005"/>
                  </a:lnTo>
                  <a:lnTo>
                    <a:pt x="7870" y="11029"/>
                  </a:lnTo>
                  <a:cubicBezTo>
                    <a:pt x="7716" y="12243"/>
                    <a:pt x="7430" y="13434"/>
                    <a:pt x="7061" y="14589"/>
                  </a:cubicBezTo>
                  <a:cubicBezTo>
                    <a:pt x="6680" y="15767"/>
                    <a:pt x="6239" y="16803"/>
                    <a:pt x="5680" y="17898"/>
                  </a:cubicBezTo>
                  <a:cubicBezTo>
                    <a:pt x="5120" y="18934"/>
                    <a:pt x="4441" y="20018"/>
                    <a:pt x="3739" y="20911"/>
                  </a:cubicBezTo>
                  <a:cubicBezTo>
                    <a:pt x="2286" y="22780"/>
                    <a:pt x="381" y="24506"/>
                    <a:pt x="108" y="26983"/>
                  </a:cubicBezTo>
                  <a:cubicBezTo>
                    <a:pt x="0" y="27995"/>
                    <a:pt x="179" y="29114"/>
                    <a:pt x="810" y="29936"/>
                  </a:cubicBezTo>
                  <a:cubicBezTo>
                    <a:pt x="1491" y="30855"/>
                    <a:pt x="2562" y="31320"/>
                    <a:pt x="3692" y="31320"/>
                  </a:cubicBezTo>
                  <a:cubicBezTo>
                    <a:pt x="3747" y="31320"/>
                    <a:pt x="3803" y="31319"/>
                    <a:pt x="3858" y="31317"/>
                  </a:cubicBezTo>
                  <a:cubicBezTo>
                    <a:pt x="5120" y="31269"/>
                    <a:pt x="6239" y="30698"/>
                    <a:pt x="7227" y="29924"/>
                  </a:cubicBezTo>
                  <a:cubicBezTo>
                    <a:pt x="8192" y="29162"/>
                    <a:pt x="9025" y="28221"/>
                    <a:pt x="9823" y="27281"/>
                  </a:cubicBezTo>
                  <a:cubicBezTo>
                    <a:pt x="11478" y="25364"/>
                    <a:pt x="12907" y="23256"/>
                    <a:pt x="14085" y="20994"/>
                  </a:cubicBezTo>
                  <a:cubicBezTo>
                    <a:pt x="14371" y="20458"/>
                    <a:pt x="14633" y="19899"/>
                    <a:pt x="14871" y="19339"/>
                  </a:cubicBezTo>
                  <a:cubicBezTo>
                    <a:pt x="15419" y="18089"/>
                    <a:pt x="15848" y="16791"/>
                    <a:pt x="16169" y="15470"/>
                  </a:cubicBezTo>
                  <a:cubicBezTo>
                    <a:pt x="16479" y="14100"/>
                    <a:pt x="16657" y="12684"/>
                    <a:pt x="16788" y="11291"/>
                  </a:cubicBezTo>
                  <a:cubicBezTo>
                    <a:pt x="16931" y="9874"/>
                    <a:pt x="17002" y="8445"/>
                    <a:pt x="17002" y="7028"/>
                  </a:cubicBezTo>
                  <a:cubicBezTo>
                    <a:pt x="16967" y="5706"/>
                    <a:pt x="16955" y="4290"/>
                    <a:pt x="16502" y="3016"/>
                  </a:cubicBezTo>
                  <a:cubicBezTo>
                    <a:pt x="16133" y="1920"/>
                    <a:pt x="15407" y="896"/>
                    <a:pt x="14359" y="361"/>
                  </a:cubicBezTo>
                  <a:cubicBezTo>
                    <a:pt x="13867" y="114"/>
                    <a:pt x="13344" y="1"/>
                    <a:pt x="12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7"/>
            <p:cNvSpPr/>
            <p:nvPr/>
          </p:nvSpPr>
          <p:spPr>
            <a:xfrm>
              <a:off x="4152050" y="-1572500"/>
              <a:ext cx="45125" cy="34975"/>
            </a:xfrm>
            <a:custGeom>
              <a:avLst/>
              <a:gdLst/>
              <a:ahLst/>
              <a:cxnLst/>
              <a:rect l="l" t="t" r="r" b="b"/>
              <a:pathLst>
                <a:path w="1805" h="1399" extrusionOk="0">
                  <a:moveTo>
                    <a:pt x="1518" y="0"/>
                  </a:moveTo>
                  <a:cubicBezTo>
                    <a:pt x="1504" y="0"/>
                    <a:pt x="1489" y="5"/>
                    <a:pt x="1473" y="17"/>
                  </a:cubicBezTo>
                  <a:cubicBezTo>
                    <a:pt x="1234" y="183"/>
                    <a:pt x="1020" y="350"/>
                    <a:pt x="782" y="505"/>
                  </a:cubicBezTo>
                  <a:lnTo>
                    <a:pt x="365" y="183"/>
                  </a:lnTo>
                  <a:cubicBezTo>
                    <a:pt x="306" y="136"/>
                    <a:pt x="222" y="76"/>
                    <a:pt x="163" y="29"/>
                  </a:cubicBezTo>
                  <a:cubicBezTo>
                    <a:pt x="148" y="16"/>
                    <a:pt x="132" y="11"/>
                    <a:pt x="116" y="11"/>
                  </a:cubicBezTo>
                  <a:cubicBezTo>
                    <a:pt x="55" y="11"/>
                    <a:pt x="1" y="88"/>
                    <a:pt x="68" y="136"/>
                  </a:cubicBezTo>
                  <a:cubicBezTo>
                    <a:pt x="258" y="302"/>
                    <a:pt x="449" y="445"/>
                    <a:pt x="639" y="612"/>
                  </a:cubicBezTo>
                  <a:cubicBezTo>
                    <a:pt x="508" y="707"/>
                    <a:pt x="377" y="802"/>
                    <a:pt x="246" y="898"/>
                  </a:cubicBezTo>
                  <a:cubicBezTo>
                    <a:pt x="187" y="945"/>
                    <a:pt x="127" y="981"/>
                    <a:pt x="68" y="1017"/>
                  </a:cubicBezTo>
                  <a:cubicBezTo>
                    <a:pt x="0" y="1065"/>
                    <a:pt x="42" y="1152"/>
                    <a:pt x="98" y="1152"/>
                  </a:cubicBezTo>
                  <a:cubicBezTo>
                    <a:pt x="111" y="1152"/>
                    <a:pt x="125" y="1147"/>
                    <a:pt x="139" y="1136"/>
                  </a:cubicBezTo>
                  <a:cubicBezTo>
                    <a:pt x="342" y="981"/>
                    <a:pt x="556" y="838"/>
                    <a:pt x="746" y="707"/>
                  </a:cubicBezTo>
                  <a:lnTo>
                    <a:pt x="1413" y="1243"/>
                  </a:lnTo>
                  <a:cubicBezTo>
                    <a:pt x="1473" y="1279"/>
                    <a:pt x="1556" y="1338"/>
                    <a:pt x="1615" y="1386"/>
                  </a:cubicBezTo>
                  <a:cubicBezTo>
                    <a:pt x="1633" y="1395"/>
                    <a:pt x="1652" y="1399"/>
                    <a:pt x="1669" y="1399"/>
                  </a:cubicBezTo>
                  <a:cubicBezTo>
                    <a:pt x="1745" y="1399"/>
                    <a:pt x="1804" y="1327"/>
                    <a:pt x="1746" y="1279"/>
                  </a:cubicBezTo>
                  <a:lnTo>
                    <a:pt x="901" y="600"/>
                  </a:lnTo>
                  <a:cubicBezTo>
                    <a:pt x="1056" y="481"/>
                    <a:pt x="1223" y="374"/>
                    <a:pt x="1377" y="255"/>
                  </a:cubicBezTo>
                  <a:cubicBezTo>
                    <a:pt x="1437" y="207"/>
                    <a:pt x="1496" y="171"/>
                    <a:pt x="1556" y="136"/>
                  </a:cubicBezTo>
                  <a:cubicBezTo>
                    <a:pt x="1614" y="87"/>
                    <a:pt x="1578" y="0"/>
                    <a:pt x="1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7"/>
            <p:cNvSpPr/>
            <p:nvPr/>
          </p:nvSpPr>
          <p:spPr>
            <a:xfrm>
              <a:off x="3912925" y="-1435800"/>
              <a:ext cx="207200" cy="499850"/>
            </a:xfrm>
            <a:custGeom>
              <a:avLst/>
              <a:gdLst/>
              <a:ahLst/>
              <a:cxnLst/>
              <a:rect l="l" t="t" r="r" b="b"/>
              <a:pathLst>
                <a:path w="8288" h="19994" extrusionOk="0">
                  <a:moveTo>
                    <a:pt x="6974" y="1106"/>
                  </a:moveTo>
                  <a:cubicBezTo>
                    <a:pt x="6975" y="1107"/>
                    <a:pt x="6977" y="1108"/>
                    <a:pt x="6978" y="1109"/>
                  </a:cubicBezTo>
                  <a:cubicBezTo>
                    <a:pt x="6990" y="1126"/>
                    <a:pt x="6995" y="1133"/>
                    <a:pt x="6995" y="1133"/>
                  </a:cubicBezTo>
                  <a:cubicBezTo>
                    <a:pt x="6994" y="1133"/>
                    <a:pt x="6985" y="1120"/>
                    <a:pt x="6974" y="1106"/>
                  </a:cubicBezTo>
                  <a:close/>
                  <a:moveTo>
                    <a:pt x="7192" y="2109"/>
                  </a:moveTo>
                  <a:lnTo>
                    <a:pt x="7192" y="2109"/>
                  </a:lnTo>
                  <a:cubicBezTo>
                    <a:pt x="7189" y="2121"/>
                    <a:pt x="7187" y="2132"/>
                    <a:pt x="7185" y="2142"/>
                  </a:cubicBezTo>
                  <a:lnTo>
                    <a:pt x="7185" y="2142"/>
                  </a:lnTo>
                  <a:cubicBezTo>
                    <a:pt x="7192" y="2130"/>
                    <a:pt x="7192" y="2117"/>
                    <a:pt x="7192" y="2109"/>
                  </a:cubicBezTo>
                  <a:close/>
                  <a:moveTo>
                    <a:pt x="4302" y="12523"/>
                  </a:moveTo>
                  <a:cubicBezTo>
                    <a:pt x="4296" y="12544"/>
                    <a:pt x="4291" y="12555"/>
                    <a:pt x="4289" y="12555"/>
                  </a:cubicBezTo>
                  <a:cubicBezTo>
                    <a:pt x="4287" y="12555"/>
                    <a:pt x="4289" y="12545"/>
                    <a:pt x="4299" y="12527"/>
                  </a:cubicBezTo>
                  <a:cubicBezTo>
                    <a:pt x="4300" y="12526"/>
                    <a:pt x="4301" y="12524"/>
                    <a:pt x="4302" y="12523"/>
                  </a:cubicBezTo>
                  <a:close/>
                  <a:moveTo>
                    <a:pt x="4200" y="12917"/>
                  </a:moveTo>
                  <a:lnTo>
                    <a:pt x="4200" y="12917"/>
                  </a:lnTo>
                  <a:cubicBezTo>
                    <a:pt x="4199" y="12924"/>
                    <a:pt x="4198" y="12927"/>
                    <a:pt x="4197" y="12927"/>
                  </a:cubicBezTo>
                  <a:cubicBezTo>
                    <a:pt x="4197" y="12927"/>
                    <a:pt x="4198" y="12923"/>
                    <a:pt x="4200" y="12917"/>
                  </a:cubicBezTo>
                  <a:close/>
                  <a:moveTo>
                    <a:pt x="3108" y="15317"/>
                  </a:moveTo>
                  <a:lnTo>
                    <a:pt x="3108" y="15317"/>
                  </a:lnTo>
                  <a:cubicBezTo>
                    <a:pt x="3108" y="15320"/>
                    <a:pt x="3108" y="15322"/>
                    <a:pt x="3108" y="15325"/>
                  </a:cubicBezTo>
                  <a:cubicBezTo>
                    <a:pt x="3099" y="15344"/>
                    <a:pt x="3095" y="15351"/>
                    <a:pt x="3095" y="15351"/>
                  </a:cubicBezTo>
                  <a:cubicBezTo>
                    <a:pt x="3094" y="15351"/>
                    <a:pt x="3102" y="15335"/>
                    <a:pt x="3108" y="15317"/>
                  </a:cubicBezTo>
                  <a:close/>
                  <a:moveTo>
                    <a:pt x="2676" y="15884"/>
                  </a:moveTo>
                  <a:cubicBezTo>
                    <a:pt x="2680" y="15884"/>
                    <a:pt x="2664" y="15901"/>
                    <a:pt x="2645" y="15908"/>
                  </a:cubicBezTo>
                  <a:lnTo>
                    <a:pt x="2645" y="15908"/>
                  </a:lnTo>
                  <a:cubicBezTo>
                    <a:pt x="2664" y="15890"/>
                    <a:pt x="2674" y="15884"/>
                    <a:pt x="2676" y="15884"/>
                  </a:cubicBezTo>
                  <a:close/>
                  <a:moveTo>
                    <a:pt x="1574" y="17639"/>
                  </a:moveTo>
                  <a:lnTo>
                    <a:pt x="1548" y="17659"/>
                  </a:lnTo>
                  <a:cubicBezTo>
                    <a:pt x="1543" y="17663"/>
                    <a:pt x="1538" y="17667"/>
                    <a:pt x="1534" y="17671"/>
                  </a:cubicBezTo>
                  <a:lnTo>
                    <a:pt x="1534" y="17671"/>
                  </a:lnTo>
                  <a:cubicBezTo>
                    <a:pt x="1532" y="17669"/>
                    <a:pt x="1548" y="17653"/>
                    <a:pt x="1560" y="17647"/>
                  </a:cubicBezTo>
                  <a:cubicBezTo>
                    <a:pt x="1565" y="17644"/>
                    <a:pt x="1569" y="17642"/>
                    <a:pt x="1574" y="17639"/>
                  </a:cubicBezTo>
                  <a:close/>
                  <a:moveTo>
                    <a:pt x="1136" y="18146"/>
                  </a:moveTo>
                  <a:lnTo>
                    <a:pt x="1136" y="18146"/>
                  </a:lnTo>
                  <a:cubicBezTo>
                    <a:pt x="1133" y="18152"/>
                    <a:pt x="1129" y="18158"/>
                    <a:pt x="1126" y="18165"/>
                  </a:cubicBezTo>
                  <a:lnTo>
                    <a:pt x="1126" y="18165"/>
                  </a:lnTo>
                  <a:cubicBezTo>
                    <a:pt x="1129" y="18157"/>
                    <a:pt x="1133" y="18150"/>
                    <a:pt x="1136" y="18146"/>
                  </a:cubicBezTo>
                  <a:close/>
                  <a:moveTo>
                    <a:pt x="1096" y="18813"/>
                  </a:moveTo>
                  <a:lnTo>
                    <a:pt x="1096" y="18813"/>
                  </a:lnTo>
                  <a:cubicBezTo>
                    <a:pt x="1096" y="18813"/>
                    <a:pt x="1096" y="18814"/>
                    <a:pt x="1096" y="18814"/>
                  </a:cubicBezTo>
                  <a:lnTo>
                    <a:pt x="1096" y="18814"/>
                  </a:lnTo>
                  <a:cubicBezTo>
                    <a:pt x="1096" y="18814"/>
                    <a:pt x="1096" y="18814"/>
                    <a:pt x="1096" y="18813"/>
                  </a:cubicBezTo>
                  <a:cubicBezTo>
                    <a:pt x="1096" y="18813"/>
                    <a:pt x="1096" y="18813"/>
                    <a:pt x="1096" y="18813"/>
                  </a:cubicBezTo>
                  <a:close/>
                  <a:moveTo>
                    <a:pt x="7055" y="0"/>
                  </a:moveTo>
                  <a:cubicBezTo>
                    <a:pt x="6878" y="0"/>
                    <a:pt x="6689" y="99"/>
                    <a:pt x="6608" y="252"/>
                  </a:cubicBezTo>
                  <a:cubicBezTo>
                    <a:pt x="6478" y="502"/>
                    <a:pt x="6561" y="776"/>
                    <a:pt x="6787" y="930"/>
                  </a:cubicBezTo>
                  <a:cubicBezTo>
                    <a:pt x="6791" y="938"/>
                    <a:pt x="6801" y="947"/>
                    <a:pt x="6811" y="954"/>
                  </a:cubicBezTo>
                  <a:lnTo>
                    <a:pt x="6811" y="954"/>
                  </a:lnTo>
                  <a:cubicBezTo>
                    <a:pt x="6811" y="954"/>
                    <a:pt x="6811" y="954"/>
                    <a:pt x="6811" y="954"/>
                  </a:cubicBezTo>
                  <a:cubicBezTo>
                    <a:pt x="6847" y="978"/>
                    <a:pt x="6870" y="990"/>
                    <a:pt x="6906" y="1026"/>
                  </a:cubicBezTo>
                  <a:cubicBezTo>
                    <a:pt x="6920" y="1040"/>
                    <a:pt x="6934" y="1058"/>
                    <a:pt x="6948" y="1075"/>
                  </a:cubicBezTo>
                  <a:lnTo>
                    <a:pt x="6948" y="1075"/>
                  </a:lnTo>
                  <a:cubicBezTo>
                    <a:pt x="6949" y="1077"/>
                    <a:pt x="6951" y="1080"/>
                    <a:pt x="6954" y="1085"/>
                  </a:cubicBezTo>
                  <a:cubicBezTo>
                    <a:pt x="6966" y="1097"/>
                    <a:pt x="6978" y="1133"/>
                    <a:pt x="6989" y="1145"/>
                  </a:cubicBezTo>
                  <a:cubicBezTo>
                    <a:pt x="7031" y="1196"/>
                    <a:pt x="7072" y="1256"/>
                    <a:pt x="7097" y="1317"/>
                  </a:cubicBezTo>
                  <a:lnTo>
                    <a:pt x="7097" y="1317"/>
                  </a:lnTo>
                  <a:cubicBezTo>
                    <a:pt x="7100" y="1330"/>
                    <a:pt x="7109" y="1351"/>
                    <a:pt x="7109" y="1371"/>
                  </a:cubicBezTo>
                  <a:lnTo>
                    <a:pt x="7156" y="1502"/>
                  </a:lnTo>
                  <a:cubicBezTo>
                    <a:pt x="7168" y="1549"/>
                    <a:pt x="7168" y="1573"/>
                    <a:pt x="7192" y="1621"/>
                  </a:cubicBezTo>
                  <a:cubicBezTo>
                    <a:pt x="7199" y="1651"/>
                    <a:pt x="7202" y="1715"/>
                    <a:pt x="7200" y="1715"/>
                  </a:cubicBezTo>
                  <a:cubicBezTo>
                    <a:pt x="7199" y="1715"/>
                    <a:pt x="7196" y="1694"/>
                    <a:pt x="7192" y="1633"/>
                  </a:cubicBezTo>
                  <a:lnTo>
                    <a:pt x="7192" y="1633"/>
                  </a:lnTo>
                  <a:cubicBezTo>
                    <a:pt x="7192" y="1728"/>
                    <a:pt x="7204" y="1811"/>
                    <a:pt x="7204" y="1907"/>
                  </a:cubicBezTo>
                  <a:cubicBezTo>
                    <a:pt x="7204" y="1990"/>
                    <a:pt x="7204" y="2061"/>
                    <a:pt x="7192" y="2157"/>
                  </a:cubicBezTo>
                  <a:cubicBezTo>
                    <a:pt x="7192" y="2181"/>
                    <a:pt x="7182" y="2209"/>
                    <a:pt x="7178" y="2209"/>
                  </a:cubicBezTo>
                  <a:cubicBezTo>
                    <a:pt x="7175" y="2209"/>
                    <a:pt x="7174" y="2192"/>
                    <a:pt x="7185" y="2142"/>
                  </a:cubicBezTo>
                  <a:lnTo>
                    <a:pt x="7185" y="2142"/>
                  </a:lnTo>
                  <a:cubicBezTo>
                    <a:pt x="7181" y="2148"/>
                    <a:pt x="7176" y="2153"/>
                    <a:pt x="7168" y="2157"/>
                  </a:cubicBezTo>
                  <a:cubicBezTo>
                    <a:pt x="7156" y="2204"/>
                    <a:pt x="7156" y="2240"/>
                    <a:pt x="7144" y="2288"/>
                  </a:cubicBezTo>
                  <a:cubicBezTo>
                    <a:pt x="7120" y="2383"/>
                    <a:pt x="7097" y="2454"/>
                    <a:pt x="7073" y="2538"/>
                  </a:cubicBezTo>
                  <a:cubicBezTo>
                    <a:pt x="7049" y="2585"/>
                    <a:pt x="7037" y="2621"/>
                    <a:pt x="7025" y="2657"/>
                  </a:cubicBezTo>
                  <a:lnTo>
                    <a:pt x="7025" y="2657"/>
                  </a:lnTo>
                  <a:lnTo>
                    <a:pt x="7025" y="2657"/>
                  </a:lnTo>
                  <a:cubicBezTo>
                    <a:pt x="7025" y="2681"/>
                    <a:pt x="7013" y="2681"/>
                    <a:pt x="7013" y="2692"/>
                  </a:cubicBezTo>
                  <a:cubicBezTo>
                    <a:pt x="7003" y="2713"/>
                    <a:pt x="6997" y="2725"/>
                    <a:pt x="6997" y="2725"/>
                  </a:cubicBezTo>
                  <a:cubicBezTo>
                    <a:pt x="6996" y="2725"/>
                    <a:pt x="7005" y="2704"/>
                    <a:pt x="7025" y="2657"/>
                  </a:cubicBezTo>
                  <a:lnTo>
                    <a:pt x="7025" y="2657"/>
                  </a:lnTo>
                  <a:lnTo>
                    <a:pt x="6978" y="2752"/>
                  </a:lnTo>
                  <a:cubicBezTo>
                    <a:pt x="6894" y="2931"/>
                    <a:pt x="6787" y="3109"/>
                    <a:pt x="6680" y="3288"/>
                  </a:cubicBezTo>
                  <a:cubicBezTo>
                    <a:pt x="6454" y="3645"/>
                    <a:pt x="6204" y="3966"/>
                    <a:pt x="5954" y="4300"/>
                  </a:cubicBezTo>
                  <a:cubicBezTo>
                    <a:pt x="5442" y="5014"/>
                    <a:pt x="4989" y="5860"/>
                    <a:pt x="5061" y="6764"/>
                  </a:cubicBezTo>
                  <a:cubicBezTo>
                    <a:pt x="5084" y="7181"/>
                    <a:pt x="5204" y="7586"/>
                    <a:pt x="5346" y="7979"/>
                  </a:cubicBezTo>
                  <a:cubicBezTo>
                    <a:pt x="5477" y="8348"/>
                    <a:pt x="5596" y="8705"/>
                    <a:pt x="5668" y="9086"/>
                  </a:cubicBezTo>
                  <a:cubicBezTo>
                    <a:pt x="5671" y="9111"/>
                    <a:pt x="5673" y="9121"/>
                    <a:pt x="5673" y="9121"/>
                  </a:cubicBezTo>
                  <a:cubicBezTo>
                    <a:pt x="5674" y="9121"/>
                    <a:pt x="5673" y="9108"/>
                    <a:pt x="5672" y="9093"/>
                  </a:cubicBezTo>
                  <a:lnTo>
                    <a:pt x="5672" y="9093"/>
                  </a:lnTo>
                  <a:cubicBezTo>
                    <a:pt x="5673" y="9101"/>
                    <a:pt x="5676" y="9110"/>
                    <a:pt x="5680" y="9122"/>
                  </a:cubicBezTo>
                  <a:cubicBezTo>
                    <a:pt x="5680" y="9169"/>
                    <a:pt x="5680" y="9205"/>
                    <a:pt x="5704" y="9253"/>
                  </a:cubicBezTo>
                  <a:lnTo>
                    <a:pt x="5704" y="9384"/>
                  </a:lnTo>
                  <a:lnTo>
                    <a:pt x="5704" y="9443"/>
                  </a:lnTo>
                  <a:lnTo>
                    <a:pt x="5704" y="9503"/>
                  </a:lnTo>
                  <a:cubicBezTo>
                    <a:pt x="5704" y="9479"/>
                    <a:pt x="5704" y="9467"/>
                    <a:pt x="5716" y="9431"/>
                  </a:cubicBezTo>
                  <a:lnTo>
                    <a:pt x="5716" y="9431"/>
                  </a:lnTo>
                  <a:cubicBezTo>
                    <a:pt x="5716" y="9527"/>
                    <a:pt x="5680" y="9610"/>
                    <a:pt x="5656" y="9705"/>
                  </a:cubicBezTo>
                  <a:cubicBezTo>
                    <a:pt x="5645" y="9727"/>
                    <a:pt x="5624" y="9758"/>
                    <a:pt x="5621" y="9791"/>
                  </a:cubicBezTo>
                  <a:lnTo>
                    <a:pt x="5621" y="9791"/>
                  </a:lnTo>
                  <a:cubicBezTo>
                    <a:pt x="5616" y="9804"/>
                    <a:pt x="5611" y="9817"/>
                    <a:pt x="5608" y="9824"/>
                  </a:cubicBezTo>
                  <a:cubicBezTo>
                    <a:pt x="5585" y="9884"/>
                    <a:pt x="5537" y="9955"/>
                    <a:pt x="5489" y="10015"/>
                  </a:cubicBezTo>
                  <a:cubicBezTo>
                    <a:pt x="5480" y="10024"/>
                    <a:pt x="5478" y="10034"/>
                    <a:pt x="5471" y="10050"/>
                  </a:cubicBezTo>
                  <a:lnTo>
                    <a:pt x="5471" y="10050"/>
                  </a:lnTo>
                  <a:cubicBezTo>
                    <a:pt x="5450" y="10075"/>
                    <a:pt x="5424" y="10097"/>
                    <a:pt x="5406" y="10134"/>
                  </a:cubicBezTo>
                  <a:cubicBezTo>
                    <a:pt x="5299" y="10253"/>
                    <a:pt x="5192" y="10336"/>
                    <a:pt x="5073" y="10443"/>
                  </a:cubicBezTo>
                  <a:cubicBezTo>
                    <a:pt x="5013" y="10491"/>
                    <a:pt x="4954" y="10551"/>
                    <a:pt x="4894" y="10598"/>
                  </a:cubicBezTo>
                  <a:cubicBezTo>
                    <a:pt x="4873" y="10619"/>
                    <a:pt x="4844" y="10631"/>
                    <a:pt x="4821" y="10657"/>
                  </a:cubicBezTo>
                  <a:lnTo>
                    <a:pt x="4821" y="10657"/>
                  </a:lnTo>
                  <a:cubicBezTo>
                    <a:pt x="4834" y="10645"/>
                    <a:pt x="4846" y="10634"/>
                    <a:pt x="4846" y="10634"/>
                  </a:cubicBezTo>
                  <a:lnTo>
                    <a:pt x="4846" y="10634"/>
                  </a:lnTo>
                  <a:cubicBezTo>
                    <a:pt x="4834" y="10646"/>
                    <a:pt x="4825" y="10655"/>
                    <a:pt x="4814" y="10664"/>
                  </a:cubicBezTo>
                  <a:lnTo>
                    <a:pt x="4814" y="10664"/>
                  </a:lnTo>
                  <a:cubicBezTo>
                    <a:pt x="4816" y="10662"/>
                    <a:pt x="4819" y="10659"/>
                    <a:pt x="4821" y="10657"/>
                  </a:cubicBezTo>
                  <a:lnTo>
                    <a:pt x="4821" y="10657"/>
                  </a:lnTo>
                  <a:cubicBezTo>
                    <a:pt x="4812" y="10664"/>
                    <a:pt x="4803" y="10672"/>
                    <a:pt x="4797" y="10678"/>
                  </a:cubicBezTo>
                  <a:lnTo>
                    <a:pt x="4797" y="10678"/>
                  </a:lnTo>
                  <a:cubicBezTo>
                    <a:pt x="4804" y="10673"/>
                    <a:pt x="4809" y="10669"/>
                    <a:pt x="4814" y="10664"/>
                  </a:cubicBezTo>
                  <a:lnTo>
                    <a:pt x="4814" y="10664"/>
                  </a:lnTo>
                  <a:cubicBezTo>
                    <a:pt x="4813" y="10666"/>
                    <a:pt x="4812" y="10668"/>
                    <a:pt x="4811" y="10670"/>
                  </a:cubicBezTo>
                  <a:cubicBezTo>
                    <a:pt x="4797" y="10680"/>
                    <a:pt x="4792" y="10684"/>
                    <a:pt x="4791" y="10684"/>
                  </a:cubicBezTo>
                  <a:cubicBezTo>
                    <a:pt x="4791" y="10684"/>
                    <a:pt x="4793" y="10682"/>
                    <a:pt x="4797" y="10678"/>
                  </a:cubicBezTo>
                  <a:lnTo>
                    <a:pt x="4797" y="10678"/>
                  </a:lnTo>
                  <a:cubicBezTo>
                    <a:pt x="4791" y="10683"/>
                    <a:pt x="4784" y="10688"/>
                    <a:pt x="4775" y="10693"/>
                  </a:cubicBezTo>
                  <a:cubicBezTo>
                    <a:pt x="4632" y="10812"/>
                    <a:pt x="4465" y="10932"/>
                    <a:pt x="4311" y="11051"/>
                  </a:cubicBezTo>
                  <a:cubicBezTo>
                    <a:pt x="4049" y="11265"/>
                    <a:pt x="3811" y="11503"/>
                    <a:pt x="3608" y="11789"/>
                  </a:cubicBezTo>
                  <a:cubicBezTo>
                    <a:pt x="3120" y="12467"/>
                    <a:pt x="3168" y="13313"/>
                    <a:pt x="3215" y="14111"/>
                  </a:cubicBezTo>
                  <a:cubicBezTo>
                    <a:pt x="3227" y="14301"/>
                    <a:pt x="3227" y="14492"/>
                    <a:pt x="3227" y="14682"/>
                  </a:cubicBezTo>
                  <a:cubicBezTo>
                    <a:pt x="3227" y="14759"/>
                    <a:pt x="3219" y="14828"/>
                    <a:pt x="3216" y="14901"/>
                  </a:cubicBezTo>
                  <a:lnTo>
                    <a:pt x="3216" y="14901"/>
                  </a:lnTo>
                  <a:cubicBezTo>
                    <a:pt x="3212" y="14928"/>
                    <a:pt x="3203" y="14980"/>
                    <a:pt x="3191" y="15003"/>
                  </a:cubicBezTo>
                  <a:cubicBezTo>
                    <a:pt x="3179" y="15039"/>
                    <a:pt x="3179" y="15087"/>
                    <a:pt x="3168" y="15134"/>
                  </a:cubicBezTo>
                  <a:lnTo>
                    <a:pt x="3120" y="15265"/>
                  </a:lnTo>
                  <a:cubicBezTo>
                    <a:pt x="3120" y="15270"/>
                    <a:pt x="3118" y="15276"/>
                    <a:pt x="3116" y="15283"/>
                  </a:cubicBezTo>
                  <a:lnTo>
                    <a:pt x="3116" y="15283"/>
                  </a:lnTo>
                  <a:cubicBezTo>
                    <a:pt x="3094" y="15319"/>
                    <a:pt x="3072" y="15375"/>
                    <a:pt x="3060" y="15420"/>
                  </a:cubicBezTo>
                  <a:cubicBezTo>
                    <a:pt x="3037" y="15456"/>
                    <a:pt x="3013" y="15504"/>
                    <a:pt x="2989" y="15539"/>
                  </a:cubicBezTo>
                  <a:cubicBezTo>
                    <a:pt x="2977" y="15551"/>
                    <a:pt x="2941" y="15575"/>
                    <a:pt x="2941" y="15611"/>
                  </a:cubicBezTo>
                  <a:cubicBezTo>
                    <a:pt x="2941" y="15602"/>
                    <a:pt x="2981" y="15554"/>
                    <a:pt x="2986" y="15554"/>
                  </a:cubicBezTo>
                  <a:lnTo>
                    <a:pt x="2986" y="15554"/>
                  </a:lnTo>
                  <a:cubicBezTo>
                    <a:pt x="2988" y="15554"/>
                    <a:pt x="2986" y="15560"/>
                    <a:pt x="2977" y="15575"/>
                  </a:cubicBezTo>
                  <a:cubicBezTo>
                    <a:pt x="2941" y="15611"/>
                    <a:pt x="2918" y="15635"/>
                    <a:pt x="2882" y="15682"/>
                  </a:cubicBezTo>
                  <a:cubicBezTo>
                    <a:pt x="2810" y="15754"/>
                    <a:pt x="2739" y="15837"/>
                    <a:pt x="2656" y="15896"/>
                  </a:cubicBezTo>
                  <a:lnTo>
                    <a:pt x="2644" y="15908"/>
                  </a:lnTo>
                  <a:lnTo>
                    <a:pt x="2644" y="15908"/>
                  </a:lnTo>
                  <a:cubicBezTo>
                    <a:pt x="2608" y="15932"/>
                    <a:pt x="2572" y="15968"/>
                    <a:pt x="2525" y="15992"/>
                  </a:cubicBezTo>
                  <a:cubicBezTo>
                    <a:pt x="2441" y="16051"/>
                    <a:pt x="2370" y="16099"/>
                    <a:pt x="2275" y="16158"/>
                  </a:cubicBezTo>
                  <a:cubicBezTo>
                    <a:pt x="2108" y="16266"/>
                    <a:pt x="1953" y="16349"/>
                    <a:pt x="1786" y="16444"/>
                  </a:cubicBezTo>
                  <a:cubicBezTo>
                    <a:pt x="1417" y="16647"/>
                    <a:pt x="1036" y="16873"/>
                    <a:pt x="727" y="17159"/>
                  </a:cubicBezTo>
                  <a:cubicBezTo>
                    <a:pt x="429" y="17432"/>
                    <a:pt x="179" y="17790"/>
                    <a:pt x="84" y="18206"/>
                  </a:cubicBezTo>
                  <a:cubicBezTo>
                    <a:pt x="1" y="18623"/>
                    <a:pt x="24" y="19064"/>
                    <a:pt x="227" y="19445"/>
                  </a:cubicBezTo>
                  <a:cubicBezTo>
                    <a:pt x="322" y="19635"/>
                    <a:pt x="489" y="19790"/>
                    <a:pt x="667" y="19921"/>
                  </a:cubicBezTo>
                  <a:cubicBezTo>
                    <a:pt x="737" y="19971"/>
                    <a:pt x="821" y="19994"/>
                    <a:pt x="908" y="19994"/>
                  </a:cubicBezTo>
                  <a:cubicBezTo>
                    <a:pt x="1088" y="19994"/>
                    <a:pt x="1277" y="19895"/>
                    <a:pt x="1358" y="19742"/>
                  </a:cubicBezTo>
                  <a:cubicBezTo>
                    <a:pt x="1503" y="19385"/>
                    <a:pt x="1439" y="19143"/>
                    <a:pt x="1244" y="18977"/>
                  </a:cubicBezTo>
                  <a:lnTo>
                    <a:pt x="1244" y="18977"/>
                  </a:lnTo>
                  <a:cubicBezTo>
                    <a:pt x="1244" y="18976"/>
                    <a:pt x="1242" y="18973"/>
                    <a:pt x="1239" y="18968"/>
                  </a:cubicBezTo>
                  <a:lnTo>
                    <a:pt x="1191" y="18933"/>
                  </a:lnTo>
                  <a:cubicBezTo>
                    <a:pt x="1187" y="18924"/>
                    <a:pt x="1172" y="18906"/>
                    <a:pt x="1157" y="18890"/>
                  </a:cubicBezTo>
                  <a:lnTo>
                    <a:pt x="1157" y="18890"/>
                  </a:lnTo>
                  <a:cubicBezTo>
                    <a:pt x="1145" y="18871"/>
                    <a:pt x="1125" y="18843"/>
                    <a:pt x="1120" y="18837"/>
                  </a:cubicBezTo>
                  <a:cubicBezTo>
                    <a:pt x="1107" y="18831"/>
                    <a:pt x="1101" y="18824"/>
                    <a:pt x="1096" y="18814"/>
                  </a:cubicBezTo>
                  <a:lnTo>
                    <a:pt x="1096" y="18814"/>
                  </a:lnTo>
                  <a:cubicBezTo>
                    <a:pt x="1099" y="18817"/>
                    <a:pt x="1100" y="18819"/>
                    <a:pt x="1100" y="18819"/>
                  </a:cubicBezTo>
                  <a:cubicBezTo>
                    <a:pt x="1101" y="18819"/>
                    <a:pt x="1098" y="18812"/>
                    <a:pt x="1094" y="18803"/>
                  </a:cubicBezTo>
                  <a:lnTo>
                    <a:pt x="1094" y="18803"/>
                  </a:lnTo>
                  <a:cubicBezTo>
                    <a:pt x="1094" y="18807"/>
                    <a:pt x="1095" y="18810"/>
                    <a:pt x="1096" y="18813"/>
                  </a:cubicBezTo>
                  <a:lnTo>
                    <a:pt x="1096" y="18813"/>
                  </a:lnTo>
                  <a:cubicBezTo>
                    <a:pt x="1094" y="18808"/>
                    <a:pt x="1092" y="18802"/>
                    <a:pt x="1089" y="18795"/>
                  </a:cubicBezTo>
                  <a:lnTo>
                    <a:pt x="1089" y="18795"/>
                  </a:lnTo>
                  <a:cubicBezTo>
                    <a:pt x="1091" y="18798"/>
                    <a:pt x="1092" y="18800"/>
                    <a:pt x="1094" y="18803"/>
                  </a:cubicBezTo>
                  <a:lnTo>
                    <a:pt x="1094" y="18803"/>
                  </a:lnTo>
                  <a:cubicBezTo>
                    <a:pt x="1079" y="18743"/>
                    <a:pt x="1036" y="18655"/>
                    <a:pt x="1036" y="18587"/>
                  </a:cubicBezTo>
                  <a:lnTo>
                    <a:pt x="1036" y="18587"/>
                  </a:lnTo>
                  <a:cubicBezTo>
                    <a:pt x="1036" y="18587"/>
                    <a:pt x="1051" y="18668"/>
                    <a:pt x="1057" y="18668"/>
                  </a:cubicBezTo>
                  <a:cubicBezTo>
                    <a:pt x="1059" y="18668"/>
                    <a:pt x="1060" y="18662"/>
                    <a:pt x="1060" y="18647"/>
                  </a:cubicBezTo>
                  <a:lnTo>
                    <a:pt x="1060" y="18587"/>
                  </a:lnTo>
                  <a:lnTo>
                    <a:pt x="1060" y="18456"/>
                  </a:lnTo>
                  <a:cubicBezTo>
                    <a:pt x="1060" y="18409"/>
                    <a:pt x="1072" y="18373"/>
                    <a:pt x="1072" y="18349"/>
                  </a:cubicBezTo>
                  <a:cubicBezTo>
                    <a:pt x="1084" y="18302"/>
                    <a:pt x="1084" y="18278"/>
                    <a:pt x="1096" y="18230"/>
                  </a:cubicBezTo>
                  <a:cubicBezTo>
                    <a:pt x="1096" y="18218"/>
                    <a:pt x="1119" y="18195"/>
                    <a:pt x="1120" y="18183"/>
                  </a:cubicBezTo>
                  <a:lnTo>
                    <a:pt x="1120" y="18183"/>
                  </a:lnTo>
                  <a:cubicBezTo>
                    <a:pt x="1113" y="18193"/>
                    <a:pt x="1105" y="18204"/>
                    <a:pt x="1096" y="18218"/>
                  </a:cubicBezTo>
                  <a:cubicBezTo>
                    <a:pt x="1106" y="18200"/>
                    <a:pt x="1116" y="18182"/>
                    <a:pt x="1126" y="18165"/>
                  </a:cubicBezTo>
                  <a:lnTo>
                    <a:pt x="1126" y="18165"/>
                  </a:lnTo>
                  <a:cubicBezTo>
                    <a:pt x="1123" y="18170"/>
                    <a:pt x="1121" y="18176"/>
                    <a:pt x="1120" y="18182"/>
                  </a:cubicBezTo>
                  <a:cubicBezTo>
                    <a:pt x="1120" y="18183"/>
                    <a:pt x="1120" y="18183"/>
                    <a:pt x="1120" y="18183"/>
                  </a:cubicBezTo>
                  <a:lnTo>
                    <a:pt x="1120" y="18183"/>
                  </a:lnTo>
                  <a:cubicBezTo>
                    <a:pt x="1141" y="18150"/>
                    <a:pt x="1146" y="18138"/>
                    <a:pt x="1144" y="18138"/>
                  </a:cubicBezTo>
                  <a:lnTo>
                    <a:pt x="1144" y="18138"/>
                  </a:lnTo>
                  <a:cubicBezTo>
                    <a:pt x="1142" y="18138"/>
                    <a:pt x="1140" y="18141"/>
                    <a:pt x="1136" y="18146"/>
                  </a:cubicBezTo>
                  <a:lnTo>
                    <a:pt x="1136" y="18146"/>
                  </a:lnTo>
                  <a:cubicBezTo>
                    <a:pt x="1165" y="18093"/>
                    <a:pt x="1190" y="18045"/>
                    <a:pt x="1215" y="18004"/>
                  </a:cubicBezTo>
                  <a:cubicBezTo>
                    <a:pt x="1217" y="18003"/>
                    <a:pt x="1220" y="18001"/>
                    <a:pt x="1222" y="17999"/>
                  </a:cubicBezTo>
                  <a:lnTo>
                    <a:pt x="1222" y="17999"/>
                  </a:lnTo>
                  <a:cubicBezTo>
                    <a:pt x="1222" y="18000"/>
                    <a:pt x="1222" y="18000"/>
                    <a:pt x="1222" y="18000"/>
                  </a:cubicBezTo>
                  <a:cubicBezTo>
                    <a:pt x="1223" y="18000"/>
                    <a:pt x="1223" y="17999"/>
                    <a:pt x="1223" y="17999"/>
                  </a:cubicBezTo>
                  <a:lnTo>
                    <a:pt x="1223" y="17999"/>
                  </a:lnTo>
                  <a:cubicBezTo>
                    <a:pt x="1244" y="17984"/>
                    <a:pt x="1263" y="17955"/>
                    <a:pt x="1263" y="17944"/>
                  </a:cubicBezTo>
                  <a:lnTo>
                    <a:pt x="1263" y="17944"/>
                  </a:lnTo>
                  <a:cubicBezTo>
                    <a:pt x="1263" y="17944"/>
                    <a:pt x="1255" y="17954"/>
                    <a:pt x="1247" y="17966"/>
                  </a:cubicBezTo>
                  <a:lnTo>
                    <a:pt x="1247" y="17966"/>
                  </a:lnTo>
                  <a:cubicBezTo>
                    <a:pt x="1272" y="17923"/>
                    <a:pt x="1313" y="17882"/>
                    <a:pt x="1334" y="17861"/>
                  </a:cubicBezTo>
                  <a:cubicBezTo>
                    <a:pt x="1389" y="17783"/>
                    <a:pt x="1466" y="17726"/>
                    <a:pt x="1534" y="17671"/>
                  </a:cubicBezTo>
                  <a:lnTo>
                    <a:pt x="1534" y="17671"/>
                  </a:lnTo>
                  <a:cubicBezTo>
                    <a:pt x="1534" y="17671"/>
                    <a:pt x="1534" y="17671"/>
                    <a:pt x="1534" y="17671"/>
                  </a:cubicBezTo>
                  <a:cubicBezTo>
                    <a:pt x="1537" y="17671"/>
                    <a:pt x="1550" y="17662"/>
                    <a:pt x="1583" y="17634"/>
                  </a:cubicBezTo>
                  <a:lnTo>
                    <a:pt x="1583" y="17634"/>
                  </a:lnTo>
                  <a:cubicBezTo>
                    <a:pt x="1580" y="17636"/>
                    <a:pt x="1577" y="17638"/>
                    <a:pt x="1574" y="17639"/>
                  </a:cubicBezTo>
                  <a:lnTo>
                    <a:pt x="1574" y="17639"/>
                  </a:lnTo>
                  <a:lnTo>
                    <a:pt x="1596" y="17623"/>
                  </a:lnTo>
                  <a:lnTo>
                    <a:pt x="1596" y="17623"/>
                  </a:lnTo>
                  <a:cubicBezTo>
                    <a:pt x="1591" y="17627"/>
                    <a:pt x="1587" y="17631"/>
                    <a:pt x="1583" y="17634"/>
                  </a:cubicBezTo>
                  <a:lnTo>
                    <a:pt x="1583" y="17634"/>
                  </a:lnTo>
                  <a:cubicBezTo>
                    <a:pt x="1626" y="17609"/>
                    <a:pt x="1675" y="17570"/>
                    <a:pt x="1715" y="17540"/>
                  </a:cubicBezTo>
                  <a:cubicBezTo>
                    <a:pt x="1870" y="17444"/>
                    <a:pt x="2036" y="17337"/>
                    <a:pt x="2203" y="17242"/>
                  </a:cubicBezTo>
                  <a:cubicBezTo>
                    <a:pt x="2537" y="17051"/>
                    <a:pt x="2870" y="16873"/>
                    <a:pt x="3179" y="16647"/>
                  </a:cubicBezTo>
                  <a:cubicBezTo>
                    <a:pt x="3572" y="16349"/>
                    <a:pt x="3870" y="16016"/>
                    <a:pt x="4061" y="15563"/>
                  </a:cubicBezTo>
                  <a:cubicBezTo>
                    <a:pt x="4227" y="15182"/>
                    <a:pt x="4251" y="14765"/>
                    <a:pt x="4239" y="14349"/>
                  </a:cubicBezTo>
                  <a:cubicBezTo>
                    <a:pt x="4239" y="13956"/>
                    <a:pt x="4192" y="13587"/>
                    <a:pt x="4192" y="13194"/>
                  </a:cubicBezTo>
                  <a:cubicBezTo>
                    <a:pt x="4192" y="13098"/>
                    <a:pt x="4215" y="13003"/>
                    <a:pt x="4215" y="12896"/>
                  </a:cubicBezTo>
                  <a:lnTo>
                    <a:pt x="4215" y="12884"/>
                  </a:lnTo>
                  <a:cubicBezTo>
                    <a:pt x="4227" y="12825"/>
                    <a:pt x="4227" y="12765"/>
                    <a:pt x="4239" y="12717"/>
                  </a:cubicBezTo>
                  <a:cubicBezTo>
                    <a:pt x="4251" y="12682"/>
                    <a:pt x="4251" y="12646"/>
                    <a:pt x="4275" y="12622"/>
                  </a:cubicBezTo>
                  <a:cubicBezTo>
                    <a:pt x="4284" y="12585"/>
                    <a:pt x="4301" y="12547"/>
                    <a:pt x="4308" y="12509"/>
                  </a:cubicBezTo>
                  <a:lnTo>
                    <a:pt x="4308" y="12509"/>
                  </a:lnTo>
                  <a:cubicBezTo>
                    <a:pt x="4313" y="12494"/>
                    <a:pt x="4318" y="12475"/>
                    <a:pt x="4334" y="12467"/>
                  </a:cubicBezTo>
                  <a:cubicBezTo>
                    <a:pt x="4346" y="12420"/>
                    <a:pt x="4370" y="12396"/>
                    <a:pt x="4394" y="12348"/>
                  </a:cubicBezTo>
                  <a:cubicBezTo>
                    <a:pt x="4410" y="12309"/>
                    <a:pt x="4436" y="12270"/>
                    <a:pt x="4466" y="12230"/>
                  </a:cubicBezTo>
                  <a:lnTo>
                    <a:pt x="4466" y="12230"/>
                  </a:lnTo>
                  <a:cubicBezTo>
                    <a:pt x="4466" y="12230"/>
                    <a:pt x="4466" y="12230"/>
                    <a:pt x="4466" y="12230"/>
                  </a:cubicBezTo>
                  <a:cubicBezTo>
                    <a:pt x="4467" y="12230"/>
                    <a:pt x="4480" y="12215"/>
                    <a:pt x="4513" y="12170"/>
                  </a:cubicBezTo>
                  <a:lnTo>
                    <a:pt x="4513" y="12170"/>
                  </a:lnTo>
                  <a:cubicBezTo>
                    <a:pt x="4497" y="12190"/>
                    <a:pt x="4481" y="12210"/>
                    <a:pt x="4466" y="12230"/>
                  </a:cubicBezTo>
                  <a:lnTo>
                    <a:pt x="4466" y="12230"/>
                  </a:lnTo>
                  <a:cubicBezTo>
                    <a:pt x="4463" y="12229"/>
                    <a:pt x="4502" y="12173"/>
                    <a:pt x="4525" y="12158"/>
                  </a:cubicBezTo>
                  <a:cubicBezTo>
                    <a:pt x="4549" y="12122"/>
                    <a:pt x="4584" y="12098"/>
                    <a:pt x="4596" y="12063"/>
                  </a:cubicBezTo>
                  <a:cubicBezTo>
                    <a:pt x="4703" y="11944"/>
                    <a:pt x="4823" y="11848"/>
                    <a:pt x="4942" y="11753"/>
                  </a:cubicBezTo>
                  <a:cubicBezTo>
                    <a:pt x="5001" y="11705"/>
                    <a:pt x="5061" y="11646"/>
                    <a:pt x="5120" y="11610"/>
                  </a:cubicBezTo>
                  <a:cubicBezTo>
                    <a:pt x="5132" y="11586"/>
                    <a:pt x="5144" y="11586"/>
                    <a:pt x="5168" y="11574"/>
                  </a:cubicBezTo>
                  <a:lnTo>
                    <a:pt x="5168" y="11574"/>
                  </a:lnTo>
                  <a:cubicBezTo>
                    <a:pt x="5111" y="11620"/>
                    <a:pt x="5095" y="11633"/>
                    <a:pt x="5096" y="11633"/>
                  </a:cubicBezTo>
                  <a:cubicBezTo>
                    <a:pt x="5097" y="11633"/>
                    <a:pt x="5120" y="11616"/>
                    <a:pt x="5132" y="11610"/>
                  </a:cubicBezTo>
                  <a:cubicBezTo>
                    <a:pt x="5168" y="11574"/>
                    <a:pt x="5204" y="11551"/>
                    <a:pt x="5239" y="11515"/>
                  </a:cubicBezTo>
                  <a:cubicBezTo>
                    <a:pt x="5382" y="11396"/>
                    <a:pt x="5537" y="11289"/>
                    <a:pt x="5680" y="11170"/>
                  </a:cubicBezTo>
                  <a:cubicBezTo>
                    <a:pt x="5954" y="10955"/>
                    <a:pt x="6192" y="10717"/>
                    <a:pt x="6370" y="10432"/>
                  </a:cubicBezTo>
                  <a:cubicBezTo>
                    <a:pt x="6597" y="10098"/>
                    <a:pt x="6692" y="9705"/>
                    <a:pt x="6692" y="9300"/>
                  </a:cubicBezTo>
                  <a:cubicBezTo>
                    <a:pt x="6692" y="8479"/>
                    <a:pt x="6263" y="7765"/>
                    <a:pt x="6097" y="6979"/>
                  </a:cubicBezTo>
                  <a:cubicBezTo>
                    <a:pt x="6085" y="6931"/>
                    <a:pt x="6085" y="6883"/>
                    <a:pt x="6073" y="6848"/>
                  </a:cubicBezTo>
                  <a:cubicBezTo>
                    <a:pt x="6073" y="6832"/>
                    <a:pt x="6067" y="6782"/>
                    <a:pt x="6067" y="6782"/>
                  </a:cubicBezTo>
                  <a:lnTo>
                    <a:pt x="6067" y="6782"/>
                  </a:lnTo>
                  <a:cubicBezTo>
                    <a:pt x="6068" y="6782"/>
                    <a:pt x="6069" y="6793"/>
                    <a:pt x="6073" y="6824"/>
                  </a:cubicBezTo>
                  <a:cubicBezTo>
                    <a:pt x="6077" y="6855"/>
                    <a:pt x="6078" y="6866"/>
                    <a:pt x="6078" y="6866"/>
                  </a:cubicBezTo>
                  <a:cubicBezTo>
                    <a:pt x="6078" y="6866"/>
                    <a:pt x="6073" y="6820"/>
                    <a:pt x="6073" y="6812"/>
                  </a:cubicBezTo>
                  <a:cubicBezTo>
                    <a:pt x="6061" y="6705"/>
                    <a:pt x="6061" y="6610"/>
                    <a:pt x="6061" y="6502"/>
                  </a:cubicBezTo>
                  <a:cubicBezTo>
                    <a:pt x="6061" y="6468"/>
                    <a:pt x="6061" y="6433"/>
                    <a:pt x="6065" y="6394"/>
                  </a:cubicBezTo>
                  <a:lnTo>
                    <a:pt x="6065" y="6394"/>
                  </a:lnTo>
                  <a:cubicBezTo>
                    <a:pt x="6067" y="6389"/>
                    <a:pt x="6070" y="6381"/>
                    <a:pt x="6073" y="6371"/>
                  </a:cubicBezTo>
                  <a:cubicBezTo>
                    <a:pt x="6073" y="6348"/>
                    <a:pt x="6073" y="6324"/>
                    <a:pt x="6085" y="6312"/>
                  </a:cubicBezTo>
                  <a:cubicBezTo>
                    <a:pt x="6097" y="6205"/>
                    <a:pt x="6132" y="6098"/>
                    <a:pt x="6156" y="5990"/>
                  </a:cubicBezTo>
                  <a:cubicBezTo>
                    <a:pt x="6180" y="5955"/>
                    <a:pt x="6192" y="5895"/>
                    <a:pt x="6216" y="5848"/>
                  </a:cubicBezTo>
                  <a:cubicBezTo>
                    <a:pt x="6239" y="5836"/>
                    <a:pt x="6239" y="5800"/>
                    <a:pt x="6251" y="5788"/>
                  </a:cubicBezTo>
                  <a:cubicBezTo>
                    <a:pt x="6258" y="5761"/>
                    <a:pt x="6260" y="5751"/>
                    <a:pt x="6259" y="5751"/>
                  </a:cubicBezTo>
                  <a:lnTo>
                    <a:pt x="6259" y="5751"/>
                  </a:lnTo>
                  <a:cubicBezTo>
                    <a:pt x="6258" y="5751"/>
                    <a:pt x="6239" y="5812"/>
                    <a:pt x="6239" y="5812"/>
                  </a:cubicBezTo>
                  <a:cubicBezTo>
                    <a:pt x="6216" y="5800"/>
                    <a:pt x="6370" y="5550"/>
                    <a:pt x="6370" y="5514"/>
                  </a:cubicBezTo>
                  <a:cubicBezTo>
                    <a:pt x="6478" y="5324"/>
                    <a:pt x="6597" y="5145"/>
                    <a:pt x="6716" y="4967"/>
                  </a:cubicBezTo>
                  <a:cubicBezTo>
                    <a:pt x="7204" y="4252"/>
                    <a:pt x="7763" y="3597"/>
                    <a:pt x="8049" y="2764"/>
                  </a:cubicBezTo>
                  <a:cubicBezTo>
                    <a:pt x="8287" y="2050"/>
                    <a:pt x="8240" y="1157"/>
                    <a:pt x="7787" y="549"/>
                  </a:cubicBezTo>
                  <a:cubicBezTo>
                    <a:pt x="7644" y="359"/>
                    <a:pt x="7490" y="204"/>
                    <a:pt x="7287" y="73"/>
                  </a:cubicBezTo>
                  <a:cubicBezTo>
                    <a:pt x="7222" y="23"/>
                    <a:pt x="7140" y="0"/>
                    <a:pt x="7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0" name="Google Shape;1670;p57"/>
          <p:cNvSpPr/>
          <p:nvPr/>
        </p:nvSpPr>
        <p:spPr>
          <a:xfrm flipH="1">
            <a:off x="986326" y="3000516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57"/>
          <p:cNvSpPr/>
          <p:nvPr/>
        </p:nvSpPr>
        <p:spPr>
          <a:xfrm flipH="1">
            <a:off x="7830394" y="316458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57"/>
          <p:cNvSpPr/>
          <p:nvPr/>
        </p:nvSpPr>
        <p:spPr>
          <a:xfrm flipH="1">
            <a:off x="619551" y="36671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5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5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7" grpId="0"/>
      <p:bldP spid="1658" grpId="0"/>
      <p:bldP spid="1659" grpId="0" build="p" animBg="1"/>
      <p:bldP spid="1660" grpId="0" animBg="1"/>
      <p:bldP spid="166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Authentication System</a:t>
            </a:r>
          </a:p>
        </p:txBody>
      </p:sp>
      <p:sp>
        <p:nvSpPr>
          <p:cNvPr id="1384" name="Google Shape;1384;p49"/>
          <p:cNvSpPr txBox="1">
            <a:spLocks noGrp="1"/>
          </p:cNvSpPr>
          <p:nvPr>
            <p:ph type="subTitle" idx="5"/>
          </p:nvPr>
        </p:nvSpPr>
        <p:spPr>
          <a:xfrm>
            <a:off x="2368810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Unified Gateway</a:t>
            </a:r>
            <a:endParaRPr sz="2000" dirty="0"/>
          </a:p>
        </p:txBody>
      </p:sp>
      <p:sp>
        <p:nvSpPr>
          <p:cNvPr id="1386" name="Google Shape;1386;p49"/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One single route manages registration and user logins.</a:t>
            </a:r>
            <a:endParaRPr dirty="0"/>
          </a:p>
        </p:txBody>
      </p:sp>
      <p:grpSp>
        <p:nvGrpSpPr>
          <p:cNvPr id="1416" name="Google Shape;1416;p49"/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/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4" grpId="0" build="p"/>
      <p:bldP spid="138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5D1D3745-87E2-856E-54E5-968E7277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A2609CAF-3C55-4204-5814-5996DBC0D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Authentication System</a:t>
            </a:r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4E1C5BCC-E2D6-2AD0-A50A-229263EBD11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10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Unified Gateway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C2E0C80E-725C-F6F7-9FF8-C476A6E4AE1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Secure Hashing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D547C419-1F3C-D89E-8DBE-F08E1326AB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One single route manages registration and user logins.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AB0E363E-276D-4B69-592A-FF91746E68A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Password details are encrypted safely before storing.</a:t>
            </a:r>
            <a:endParaRPr dirty="0"/>
          </a:p>
        </p:txBody>
      </p: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88717844-D032-438B-6BEC-5BBFE00475B2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502F4DE3-B4D8-B54B-91CF-6E60431C6FF0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E55BAF7B-9FA9-396F-46B8-5F16507D57B9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D9BD1F15-5A01-2BC5-CF7D-FF5481F5ED31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3342FA70-24C0-EDAA-55DD-D48D0EE2E640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12F93FC3-A665-A3D0-F016-543E1A8DE29E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ECBAFFB1-A4A0-153B-2352-8A2635E456E0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F18BAF84-B3F5-D01C-E7DE-B120AA10A6F3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4133F8B8-D84B-443E-5446-D21829CA913D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17DF3AF9-7D25-5A3C-1021-F5B7E8A1D798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1814DC12-693D-7148-85BA-66E3AE9756F8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73D8FF63-0191-FF64-F5AB-B8603C30278A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EA01BF83-8EBC-E28F-4A27-326B1AC2BC93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068154E7-9FD9-CF8D-3476-7BC746D9D156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7745114A-1E10-D3DA-E2DA-2F1481BB328D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2CC048EF-7039-C32B-F929-3CA18879CD60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93E5F85D-C102-F589-5F3C-267409F9B9FF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CFDE9AB7-8BEA-E650-5839-A80C4BE8F3DB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C8103F22-B963-4754-D1CD-F26E968614FE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FDD041E4-CE7C-650A-B4EB-DB0F800E3CB6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105A43F1-252F-2874-C83F-5A95BF9797CB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D233EA95-8C24-AD9D-0560-55BA54872B35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AA50D259-10DC-F743-11BB-103A94A14D69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C85B9EC9-3B21-7BF8-591F-4D5661470703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797FF862-140C-B64D-F665-B86CD3A97B2B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ECB3113F-6525-F3A3-E29F-F53BB39B56A9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A983319E-7FD4-30FF-7646-81C2E254706A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9FAF4129-8253-577F-E284-E1597E2C5204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9929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5" grpId="0" build="p"/>
      <p:bldP spid="138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C0986D02-C960-6127-D40A-884224C0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AFC36BD2-3C5A-4BB5-40EF-ECFF20207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Authentication System</a:t>
            </a:r>
          </a:p>
        </p:txBody>
      </p:sp>
      <p:sp>
        <p:nvSpPr>
          <p:cNvPr id="1383" name="Google Shape;1383;p49">
            <a:extLst>
              <a:ext uri="{FF2B5EF4-FFF2-40B4-BE49-F238E27FC236}">
                <a16:creationId xmlns:a16="http://schemas.microsoft.com/office/drawing/2014/main" id="{9DB88477-BC8E-5F6B-F743-7C0635407A2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368810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Session Tracking</a:t>
            </a:r>
            <a:endParaRPr sz="2000" dirty="0"/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0A5E993E-3569-A5D5-F817-34D0EA75CD8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10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Unified Gateway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16D7E6B3-6840-8088-26F4-34B471DC7264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Secure Hashing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9F878061-96A6-8047-E746-33B6FF8D58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One single route manages registration and user logins.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D9B48F9B-174A-5B6B-76C1-BED0CA7A9B2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Password details are encrypted safely before storing.</a:t>
            </a:r>
            <a:endParaRPr dirty="0"/>
          </a:p>
        </p:txBody>
      </p:sp>
      <p:sp>
        <p:nvSpPr>
          <p:cNvPr id="1388" name="Google Shape;1388;p49">
            <a:extLst>
              <a:ext uri="{FF2B5EF4-FFF2-40B4-BE49-F238E27FC236}">
                <a16:creationId xmlns:a16="http://schemas.microsoft.com/office/drawing/2014/main" id="{4405978C-2760-0D05-B7B0-C8755AD9882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368810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Client cookies preserve login state across pages.</a:t>
            </a:r>
            <a:endParaRPr dirty="0"/>
          </a:p>
        </p:txBody>
      </p: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E09701A7-DC8E-0134-CF47-1390248E6E36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ACB6948C-9257-9649-4FED-FF00B7C4FA28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18E18EA7-4DC6-E238-D3FC-CCFA7B0D511E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B0649F48-8097-A949-1C7B-3FDA7055ADDA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42BE1EFD-BB66-A40E-4FC5-B9B216912FC5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5CC774DC-6C7F-EC39-754A-A1EA35510919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B42222EF-8A31-A2BF-3705-35A128EC76E2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78058D02-C4ED-77A8-8261-913C852BF1F4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FF12E8DC-4584-E28B-C9A1-C4D6D272BBF9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00005F0B-13D9-04A9-F3DE-DE6211F76AA6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B141357E-25EA-3EB0-B531-B63640F63C67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751F0C71-3F50-2757-7EEE-2F89C5AD8F5F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6A32D841-E03F-27C9-414E-64725B0A8F2F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D1677F23-6311-4DDB-72AE-99CFFC611490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0624BC02-0053-7F1D-B0F0-2E15A1E2DF11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AE25D8ED-840F-636B-ED44-ADE0E125035A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9946AFEA-F776-2722-6609-4CCAA5884DF4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65918805-7BC7-6E39-029A-4F291CD2B421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99E6B966-75BC-9D06-5E4F-F4A113D33CA7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A0CA5908-6D25-3C93-FA54-D74E0C7617AB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3928784C-29AE-2A31-2C5B-0CBD855DD12A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7E57B568-FEC3-7B2B-50A1-D544B2889A3F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F08D8048-4190-25D0-1743-4630B2C99672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4B93D2DC-A5D1-F636-7326-9EDC58978CE1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FBFD751A-F453-7F16-19B2-6B2305FA1E47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20EABE7E-4A6D-D361-43BA-CE9B79010134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66116DEB-7139-32F4-3E04-30E58E4F66D3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6254635C-6C6B-B59F-5D59-C92196E062B7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49">
            <a:extLst>
              <a:ext uri="{FF2B5EF4-FFF2-40B4-BE49-F238E27FC236}">
                <a16:creationId xmlns:a16="http://schemas.microsoft.com/office/drawing/2014/main" id="{27806CEA-523B-6863-05CE-0818E9DFBE6E}"/>
              </a:ext>
            </a:extLst>
          </p:cNvPr>
          <p:cNvGrpSpPr/>
          <p:nvPr/>
        </p:nvGrpSpPr>
        <p:grpSpPr>
          <a:xfrm>
            <a:off x="1810686" y="3255031"/>
            <a:ext cx="386787" cy="378534"/>
            <a:chOff x="2622834" y="2125467"/>
            <a:chExt cx="333927" cy="326801"/>
          </a:xfrm>
        </p:grpSpPr>
        <p:sp>
          <p:nvSpPr>
            <p:cNvPr id="1428" name="Google Shape;1428;p49">
              <a:extLst>
                <a:ext uri="{FF2B5EF4-FFF2-40B4-BE49-F238E27FC236}">
                  <a16:creationId xmlns:a16="http://schemas.microsoft.com/office/drawing/2014/main" id="{806F9D12-EEEB-4E54-E0B4-2289EB3B3506}"/>
                </a:ext>
              </a:extLst>
            </p:cNvPr>
            <p:cNvSpPr/>
            <p:nvPr/>
          </p:nvSpPr>
          <p:spPr>
            <a:xfrm>
              <a:off x="2671821" y="2286679"/>
              <a:ext cx="236572" cy="136833"/>
            </a:xfrm>
            <a:custGeom>
              <a:avLst/>
              <a:gdLst/>
              <a:ahLst/>
              <a:cxnLst/>
              <a:rect l="l" t="t" r="r" b="b"/>
              <a:pathLst>
                <a:path w="10325" h="5972" extrusionOk="0">
                  <a:moveTo>
                    <a:pt x="9445" y="880"/>
                  </a:moveTo>
                  <a:cubicBezTo>
                    <a:pt x="9418" y="3221"/>
                    <a:pt x="7510" y="5102"/>
                    <a:pt x="5169" y="5102"/>
                  </a:cubicBezTo>
                  <a:cubicBezTo>
                    <a:pt x="2815" y="5102"/>
                    <a:pt x="907" y="3221"/>
                    <a:pt x="880" y="880"/>
                  </a:cubicBezTo>
                  <a:close/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505"/>
                    <a:pt x="2070" y="5738"/>
                    <a:pt x="4750" y="5954"/>
                  </a:cubicBezTo>
                  <a:cubicBezTo>
                    <a:pt x="4890" y="5966"/>
                    <a:pt x="5030" y="5971"/>
                    <a:pt x="5169" y="5971"/>
                  </a:cubicBezTo>
                  <a:cubicBezTo>
                    <a:pt x="7663" y="5971"/>
                    <a:pt x="9834" y="4163"/>
                    <a:pt x="10257" y="1651"/>
                  </a:cubicBezTo>
                  <a:cubicBezTo>
                    <a:pt x="10297" y="1381"/>
                    <a:pt x="10324" y="1097"/>
                    <a:pt x="10324" y="826"/>
                  </a:cubicBezTo>
                  <a:lnTo>
                    <a:pt x="10324" y="433"/>
                  </a:lnTo>
                  <a:cubicBezTo>
                    <a:pt x="10324" y="190"/>
                    <a:pt x="10121" y="0"/>
                    <a:pt x="987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>
              <a:extLst>
                <a:ext uri="{FF2B5EF4-FFF2-40B4-BE49-F238E27FC236}">
                  <a16:creationId xmlns:a16="http://schemas.microsoft.com/office/drawing/2014/main" id="{1046B4AC-212B-7097-5371-B0D3A998BBB2}"/>
                </a:ext>
              </a:extLst>
            </p:cNvPr>
            <p:cNvSpPr/>
            <p:nvPr/>
          </p:nvSpPr>
          <p:spPr>
            <a:xfrm>
              <a:off x="2796762" y="2306842"/>
              <a:ext cx="104504" cy="97057"/>
            </a:xfrm>
            <a:custGeom>
              <a:avLst/>
              <a:gdLst/>
              <a:ahLst/>
              <a:cxnLst/>
              <a:rect l="l" t="t" r="r" b="b"/>
              <a:pathLst>
                <a:path w="4561" h="4236" extrusionOk="0">
                  <a:moveTo>
                    <a:pt x="3992" y="0"/>
                  </a:moveTo>
                  <a:cubicBezTo>
                    <a:pt x="3965" y="2233"/>
                    <a:pt x="2219" y="4073"/>
                    <a:pt x="0" y="4222"/>
                  </a:cubicBezTo>
                  <a:cubicBezTo>
                    <a:pt x="95" y="4222"/>
                    <a:pt x="190" y="4235"/>
                    <a:pt x="284" y="4235"/>
                  </a:cubicBezTo>
                  <a:cubicBezTo>
                    <a:pt x="2625" y="4222"/>
                    <a:pt x="4533" y="2341"/>
                    <a:pt x="4560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>
              <a:extLst>
                <a:ext uri="{FF2B5EF4-FFF2-40B4-BE49-F238E27FC236}">
                  <a16:creationId xmlns:a16="http://schemas.microsoft.com/office/drawing/2014/main" id="{58119D03-C732-F67C-EC50-B8E3CAEA4EA2}"/>
                </a:ext>
              </a:extLst>
            </p:cNvPr>
            <p:cNvSpPr/>
            <p:nvPr/>
          </p:nvSpPr>
          <p:spPr>
            <a:xfrm>
              <a:off x="2671821" y="2286679"/>
              <a:ext cx="124965" cy="137063"/>
            </a:xfrm>
            <a:custGeom>
              <a:avLst/>
              <a:gdLst/>
              <a:ahLst/>
              <a:cxnLst/>
              <a:rect l="l" t="t" r="r" b="b"/>
              <a:pathLst>
                <a:path w="5454" h="5982" extrusionOk="0"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667"/>
                    <a:pt x="2314" y="5981"/>
                    <a:pt x="5169" y="5981"/>
                  </a:cubicBezTo>
                  <a:lnTo>
                    <a:pt x="5453" y="5981"/>
                  </a:lnTo>
                  <a:cubicBezTo>
                    <a:pt x="2720" y="5832"/>
                    <a:pt x="568" y="3573"/>
                    <a:pt x="568" y="826"/>
                  </a:cubicBezTo>
                  <a:lnTo>
                    <a:pt x="568" y="433"/>
                  </a:lnTo>
                  <a:cubicBezTo>
                    <a:pt x="568" y="190"/>
                    <a:pt x="771" y="0"/>
                    <a:pt x="101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>
              <a:extLst>
                <a:ext uri="{FF2B5EF4-FFF2-40B4-BE49-F238E27FC236}">
                  <a16:creationId xmlns:a16="http://schemas.microsoft.com/office/drawing/2014/main" id="{84202549-7F1F-9B71-FD24-499167388650}"/>
                </a:ext>
              </a:extLst>
            </p:cNvPr>
            <p:cNvSpPr/>
            <p:nvPr/>
          </p:nvSpPr>
          <p:spPr>
            <a:xfrm>
              <a:off x="2716775" y="2125467"/>
              <a:ext cx="146663" cy="157523"/>
            </a:xfrm>
            <a:custGeom>
              <a:avLst/>
              <a:gdLst/>
              <a:ahLst/>
              <a:cxnLst/>
              <a:rect l="l" t="t" r="r" b="b"/>
              <a:pathLst>
                <a:path w="6401" h="6875" extrusionOk="0">
                  <a:moveTo>
                    <a:pt x="4804" y="0"/>
                  </a:moveTo>
                  <a:cubicBezTo>
                    <a:pt x="3911" y="0"/>
                    <a:pt x="3207" y="718"/>
                    <a:pt x="3207" y="1597"/>
                  </a:cubicBezTo>
                  <a:cubicBezTo>
                    <a:pt x="3166" y="745"/>
                    <a:pt x="2463" y="54"/>
                    <a:pt x="1597" y="54"/>
                  </a:cubicBezTo>
                  <a:cubicBezTo>
                    <a:pt x="744" y="54"/>
                    <a:pt x="27" y="745"/>
                    <a:pt x="0" y="1597"/>
                  </a:cubicBezTo>
                  <a:lnTo>
                    <a:pt x="0" y="6874"/>
                  </a:lnTo>
                  <a:lnTo>
                    <a:pt x="6400" y="6874"/>
                  </a:lnTo>
                  <a:lnTo>
                    <a:pt x="6400" y="1597"/>
                  </a:lnTo>
                  <a:cubicBezTo>
                    <a:pt x="6400" y="718"/>
                    <a:pt x="5683" y="0"/>
                    <a:pt x="4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>
              <a:extLst>
                <a:ext uri="{FF2B5EF4-FFF2-40B4-BE49-F238E27FC236}">
                  <a16:creationId xmlns:a16="http://schemas.microsoft.com/office/drawing/2014/main" id="{77A5347C-F3AB-1393-00F3-D706B37CAF6A}"/>
                </a:ext>
              </a:extLst>
            </p:cNvPr>
            <p:cNvSpPr/>
            <p:nvPr/>
          </p:nvSpPr>
          <p:spPr>
            <a:xfrm>
              <a:off x="2716775" y="2204217"/>
              <a:ext cx="146342" cy="56136"/>
            </a:xfrm>
            <a:custGeom>
              <a:avLst/>
              <a:gdLst/>
              <a:ahLst/>
              <a:cxnLst/>
              <a:rect l="l" t="t" r="r" b="b"/>
              <a:pathLst>
                <a:path w="638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6387" y="2449"/>
                  </a:lnTo>
                  <a:lnTo>
                    <a:pt x="638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>
              <a:extLst>
                <a:ext uri="{FF2B5EF4-FFF2-40B4-BE49-F238E27FC236}">
                  <a16:creationId xmlns:a16="http://schemas.microsoft.com/office/drawing/2014/main" id="{7155DDF0-3BBF-C6F8-1C97-3D322E4CDF26}"/>
                </a:ext>
              </a:extLst>
            </p:cNvPr>
            <p:cNvSpPr/>
            <p:nvPr/>
          </p:nvSpPr>
          <p:spPr>
            <a:xfrm>
              <a:off x="2716775" y="2204217"/>
              <a:ext cx="47131" cy="56136"/>
            </a:xfrm>
            <a:custGeom>
              <a:avLst/>
              <a:gdLst/>
              <a:ahLst/>
              <a:cxnLst/>
              <a:rect l="l" t="t" r="r" b="b"/>
              <a:pathLst>
                <a:path w="205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2057" y="244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>
              <a:extLst>
                <a:ext uri="{FF2B5EF4-FFF2-40B4-BE49-F238E27FC236}">
                  <a16:creationId xmlns:a16="http://schemas.microsoft.com/office/drawing/2014/main" id="{FB78D9E3-1F48-35B6-C4E0-2A41F5496BA6}"/>
                </a:ext>
              </a:extLst>
            </p:cNvPr>
            <p:cNvSpPr/>
            <p:nvPr/>
          </p:nvSpPr>
          <p:spPr>
            <a:xfrm>
              <a:off x="2671821" y="2286656"/>
              <a:ext cx="236869" cy="48414"/>
            </a:xfrm>
            <a:custGeom>
              <a:avLst/>
              <a:gdLst/>
              <a:ahLst/>
              <a:cxnLst/>
              <a:rect l="l" t="t" r="r" b="b"/>
              <a:pathLst>
                <a:path w="10338" h="2113" extrusionOk="0">
                  <a:moveTo>
                    <a:pt x="9901" y="1"/>
                  </a:moveTo>
                  <a:cubicBezTo>
                    <a:pt x="9893" y="1"/>
                    <a:pt x="9886" y="1"/>
                    <a:pt x="9878" y="1"/>
                  </a:cubicBezTo>
                  <a:lnTo>
                    <a:pt x="433" y="1"/>
                  </a:lnTo>
                  <a:cubicBezTo>
                    <a:pt x="190" y="1"/>
                    <a:pt x="0" y="191"/>
                    <a:pt x="0" y="434"/>
                  </a:cubicBezTo>
                  <a:lnTo>
                    <a:pt x="0" y="827"/>
                  </a:lnTo>
                  <a:cubicBezTo>
                    <a:pt x="0" y="1098"/>
                    <a:pt x="14" y="1382"/>
                    <a:pt x="68" y="1652"/>
                  </a:cubicBezTo>
                  <a:cubicBezTo>
                    <a:pt x="379" y="1855"/>
                    <a:pt x="717" y="2004"/>
                    <a:pt x="1083" y="2112"/>
                  </a:cubicBezTo>
                  <a:cubicBezTo>
                    <a:pt x="947" y="1720"/>
                    <a:pt x="880" y="1300"/>
                    <a:pt x="880" y="881"/>
                  </a:cubicBezTo>
                  <a:lnTo>
                    <a:pt x="9445" y="881"/>
                  </a:lnTo>
                  <a:cubicBezTo>
                    <a:pt x="9445" y="1300"/>
                    <a:pt x="9377" y="1720"/>
                    <a:pt x="9255" y="2112"/>
                  </a:cubicBezTo>
                  <a:cubicBezTo>
                    <a:pt x="9607" y="2004"/>
                    <a:pt x="9946" y="1855"/>
                    <a:pt x="10270" y="1652"/>
                  </a:cubicBezTo>
                  <a:cubicBezTo>
                    <a:pt x="10311" y="1382"/>
                    <a:pt x="10338" y="1098"/>
                    <a:pt x="10338" y="827"/>
                  </a:cubicBezTo>
                  <a:lnTo>
                    <a:pt x="10338" y="434"/>
                  </a:lnTo>
                  <a:lnTo>
                    <a:pt x="10324" y="434"/>
                  </a:lnTo>
                  <a:cubicBezTo>
                    <a:pt x="10324" y="199"/>
                    <a:pt x="10134" y="1"/>
                    <a:pt x="990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>
              <a:extLst>
                <a:ext uri="{FF2B5EF4-FFF2-40B4-BE49-F238E27FC236}">
                  <a16:creationId xmlns:a16="http://schemas.microsoft.com/office/drawing/2014/main" id="{E0A9C9AE-DEC6-2801-46D5-7470FE9B9B0A}"/>
                </a:ext>
              </a:extLst>
            </p:cNvPr>
            <p:cNvSpPr/>
            <p:nvPr/>
          </p:nvSpPr>
          <p:spPr>
            <a:xfrm>
              <a:off x="2622834" y="2194915"/>
              <a:ext cx="333927" cy="129295"/>
            </a:xfrm>
            <a:custGeom>
              <a:avLst/>
              <a:gdLst/>
              <a:ahLst/>
              <a:cxnLst/>
              <a:rect l="l" t="t" r="r" b="b"/>
              <a:pathLst>
                <a:path w="14574" h="5643" extrusionOk="0">
                  <a:moveTo>
                    <a:pt x="13531" y="41"/>
                  </a:moveTo>
                  <a:cubicBezTo>
                    <a:pt x="13534" y="41"/>
                    <a:pt x="13536" y="41"/>
                    <a:pt x="13538" y="41"/>
                  </a:cubicBezTo>
                  <a:lnTo>
                    <a:pt x="13538" y="41"/>
                  </a:lnTo>
                  <a:cubicBezTo>
                    <a:pt x="13540" y="41"/>
                    <a:pt x="13543" y="41"/>
                    <a:pt x="13545" y="41"/>
                  </a:cubicBezTo>
                  <a:close/>
                  <a:moveTo>
                    <a:pt x="1056" y="0"/>
                  </a:moveTo>
                  <a:cubicBezTo>
                    <a:pt x="474" y="0"/>
                    <a:pt x="0" y="487"/>
                    <a:pt x="27" y="1083"/>
                  </a:cubicBezTo>
                  <a:cubicBezTo>
                    <a:pt x="27" y="3600"/>
                    <a:pt x="2070" y="5643"/>
                    <a:pt x="4587" y="5643"/>
                  </a:cubicBezTo>
                  <a:lnTo>
                    <a:pt x="10000" y="5643"/>
                  </a:lnTo>
                  <a:cubicBezTo>
                    <a:pt x="12530" y="5643"/>
                    <a:pt x="14573" y="3600"/>
                    <a:pt x="14573" y="1083"/>
                  </a:cubicBezTo>
                  <a:cubicBezTo>
                    <a:pt x="14573" y="517"/>
                    <a:pt x="14117" y="45"/>
                    <a:pt x="13538" y="41"/>
                  </a:cubicBezTo>
                  <a:lnTo>
                    <a:pt x="13538" y="41"/>
                  </a:lnTo>
                  <a:cubicBezTo>
                    <a:pt x="12973" y="45"/>
                    <a:pt x="12517" y="517"/>
                    <a:pt x="12517" y="1083"/>
                  </a:cubicBezTo>
                  <a:cubicBezTo>
                    <a:pt x="12517" y="1732"/>
                    <a:pt x="11989" y="2260"/>
                    <a:pt x="11326" y="2260"/>
                  </a:cubicBezTo>
                  <a:lnTo>
                    <a:pt x="3275" y="2260"/>
                  </a:lnTo>
                  <a:cubicBezTo>
                    <a:pt x="2625" y="2260"/>
                    <a:pt x="2098" y="1732"/>
                    <a:pt x="2098" y="1083"/>
                  </a:cubicBezTo>
                  <a:cubicBezTo>
                    <a:pt x="2111" y="487"/>
                    <a:pt x="1651" y="0"/>
                    <a:pt x="1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>
              <a:extLst>
                <a:ext uri="{FF2B5EF4-FFF2-40B4-BE49-F238E27FC236}">
                  <a16:creationId xmlns:a16="http://schemas.microsoft.com/office/drawing/2014/main" id="{40C24BF0-4A66-2330-6427-E0D973F04D97}"/>
                </a:ext>
              </a:extLst>
            </p:cNvPr>
            <p:cNvSpPr/>
            <p:nvPr/>
          </p:nvSpPr>
          <p:spPr>
            <a:xfrm>
              <a:off x="2761729" y="2423719"/>
              <a:ext cx="28549" cy="28549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866" y="0"/>
                  </a:moveTo>
                  <a:cubicBezTo>
                    <a:pt x="393" y="0"/>
                    <a:pt x="0" y="393"/>
                    <a:pt x="0" y="880"/>
                  </a:cubicBezTo>
                  <a:lnTo>
                    <a:pt x="0" y="1245"/>
                  </a:lnTo>
                  <a:lnTo>
                    <a:pt x="366" y="1245"/>
                  </a:lnTo>
                  <a:cubicBezTo>
                    <a:pt x="853" y="1245"/>
                    <a:pt x="1231" y="853"/>
                    <a:pt x="1245" y="366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>
              <a:extLst>
                <a:ext uri="{FF2B5EF4-FFF2-40B4-BE49-F238E27FC236}">
                  <a16:creationId xmlns:a16="http://schemas.microsoft.com/office/drawing/2014/main" id="{49BE8E70-0115-1111-DC05-3E885FBC1BA3}"/>
                </a:ext>
              </a:extLst>
            </p:cNvPr>
            <p:cNvSpPr/>
            <p:nvPr/>
          </p:nvSpPr>
          <p:spPr>
            <a:xfrm>
              <a:off x="2790255" y="2423719"/>
              <a:ext cx="28228" cy="28549"/>
            </a:xfrm>
            <a:custGeom>
              <a:avLst/>
              <a:gdLst/>
              <a:ahLst/>
              <a:cxnLst/>
              <a:rect l="l" t="t" r="r" b="b"/>
              <a:pathLst>
                <a:path w="1232" h="1246" extrusionOk="0">
                  <a:moveTo>
                    <a:pt x="0" y="0"/>
                  </a:moveTo>
                  <a:lnTo>
                    <a:pt x="0" y="366"/>
                  </a:lnTo>
                  <a:cubicBezTo>
                    <a:pt x="0" y="853"/>
                    <a:pt x="379" y="1245"/>
                    <a:pt x="866" y="1245"/>
                  </a:cubicBezTo>
                  <a:lnTo>
                    <a:pt x="1231" y="1245"/>
                  </a:lnTo>
                  <a:lnTo>
                    <a:pt x="1231" y="880"/>
                  </a:lnTo>
                  <a:cubicBezTo>
                    <a:pt x="1231" y="393"/>
                    <a:pt x="839" y="0"/>
                    <a:pt x="36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1915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" grpId="0" build="p"/>
      <p:bldP spid="138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EA44B3DA-7A46-5DE0-63A7-949FC894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3B6C39DD-3123-07E6-08E3-4AA46FB7F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Authentication System</a:t>
            </a:r>
          </a:p>
        </p:txBody>
      </p:sp>
      <p:sp>
        <p:nvSpPr>
          <p:cNvPr id="1383" name="Google Shape;1383;p49">
            <a:extLst>
              <a:ext uri="{FF2B5EF4-FFF2-40B4-BE49-F238E27FC236}">
                <a16:creationId xmlns:a16="http://schemas.microsoft.com/office/drawing/2014/main" id="{8625FE5C-330D-1774-6459-7AF6723784B6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368810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Session Tracking</a:t>
            </a:r>
            <a:endParaRPr sz="2000" dirty="0"/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838C3DE0-1209-6242-89C3-AA08822B312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10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Unified Gateway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E3EB9804-319A-0B10-3293-9E3C57839CF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Secure Hashing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68390524-D680-C1B9-FA42-E8A393BED4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One single route manages registration and user logins.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2D4E31E5-37B0-F2A4-830C-8966F78677A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Password details are encrypted safely before storing.</a:t>
            </a:r>
            <a:endParaRPr dirty="0"/>
          </a:p>
        </p:txBody>
      </p:sp>
      <p:sp>
        <p:nvSpPr>
          <p:cNvPr id="1388" name="Google Shape;1388;p49">
            <a:extLst>
              <a:ext uri="{FF2B5EF4-FFF2-40B4-BE49-F238E27FC236}">
                <a16:creationId xmlns:a16="http://schemas.microsoft.com/office/drawing/2014/main" id="{F94FBA57-3E7D-63BE-69F9-C5CDEF34A52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368810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Client cookies preserve login state across pages.</a:t>
            </a:r>
            <a:endParaRPr dirty="0"/>
          </a:p>
        </p:txBody>
      </p:sp>
      <p:sp>
        <p:nvSpPr>
          <p:cNvPr id="1389" name="Google Shape;1389;p49">
            <a:extLst>
              <a:ext uri="{FF2B5EF4-FFF2-40B4-BE49-F238E27FC236}">
                <a16:creationId xmlns:a16="http://schemas.microsoft.com/office/drawing/2014/main" id="{6AE7530E-2917-631E-D084-A12AEADA5AD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57264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Page headers adapt automatically to login status.</a:t>
            </a:r>
            <a:endParaRPr dirty="0"/>
          </a:p>
        </p:txBody>
      </p:sp>
      <p:sp>
        <p:nvSpPr>
          <p:cNvPr id="1390" name="Google Shape;1390;p49">
            <a:extLst>
              <a:ext uri="{FF2B5EF4-FFF2-40B4-BE49-F238E27FC236}">
                <a16:creationId xmlns:a16="http://schemas.microsoft.com/office/drawing/2014/main" id="{F1F96AE2-0115-99CA-9F05-A76BA7FC0CC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357262" y="3255025"/>
            <a:ext cx="2262738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Dynamic Navigation</a:t>
            </a:r>
            <a:endParaRPr sz="2000" dirty="0"/>
          </a:p>
        </p:txBody>
      </p:sp>
      <p:grpSp>
        <p:nvGrpSpPr>
          <p:cNvPr id="1391" name="Google Shape;1391;p49">
            <a:extLst>
              <a:ext uri="{FF2B5EF4-FFF2-40B4-BE49-F238E27FC236}">
                <a16:creationId xmlns:a16="http://schemas.microsoft.com/office/drawing/2014/main" id="{FDE8935A-B7BD-57EC-3CEC-0BC2E5A58EA9}"/>
              </a:ext>
            </a:extLst>
          </p:cNvPr>
          <p:cNvGrpSpPr/>
          <p:nvPr/>
        </p:nvGrpSpPr>
        <p:grpSpPr>
          <a:xfrm>
            <a:off x="4769414" y="3265687"/>
            <a:ext cx="386442" cy="386798"/>
            <a:chOff x="6844473" y="3440751"/>
            <a:chExt cx="333629" cy="333936"/>
          </a:xfrm>
        </p:grpSpPr>
        <p:sp>
          <p:nvSpPr>
            <p:cNvPr id="1392" name="Google Shape;1392;p49">
              <a:extLst>
                <a:ext uri="{FF2B5EF4-FFF2-40B4-BE49-F238E27FC236}">
                  <a16:creationId xmlns:a16="http://schemas.microsoft.com/office/drawing/2014/main" id="{7FB39D15-0EBC-56CC-E166-93B15F9DF348}"/>
                </a:ext>
              </a:extLst>
            </p:cNvPr>
            <p:cNvSpPr/>
            <p:nvPr/>
          </p:nvSpPr>
          <p:spPr>
            <a:xfrm>
              <a:off x="6919193" y="3440751"/>
              <a:ext cx="184194" cy="309433"/>
            </a:xfrm>
            <a:custGeom>
              <a:avLst/>
              <a:gdLst/>
              <a:ahLst/>
              <a:cxnLst/>
              <a:rect l="l" t="t" r="r" b="b"/>
              <a:pathLst>
                <a:path w="8039" h="13505" extrusionOk="0">
                  <a:moveTo>
                    <a:pt x="4020" y="1"/>
                  </a:moveTo>
                  <a:lnTo>
                    <a:pt x="1773" y="6225"/>
                  </a:lnTo>
                  <a:lnTo>
                    <a:pt x="1800" y="7632"/>
                  </a:lnTo>
                  <a:lnTo>
                    <a:pt x="664" y="9337"/>
                  </a:lnTo>
                  <a:lnTo>
                    <a:pt x="204" y="10609"/>
                  </a:lnTo>
                  <a:lnTo>
                    <a:pt x="1" y="11191"/>
                  </a:lnTo>
                  <a:lnTo>
                    <a:pt x="2179" y="12436"/>
                  </a:lnTo>
                  <a:lnTo>
                    <a:pt x="4020" y="13505"/>
                  </a:lnTo>
                  <a:lnTo>
                    <a:pt x="8038" y="11191"/>
                  </a:lnTo>
                  <a:lnTo>
                    <a:pt x="7835" y="10596"/>
                  </a:lnTo>
                  <a:lnTo>
                    <a:pt x="7795" y="10460"/>
                  </a:lnTo>
                  <a:lnTo>
                    <a:pt x="7687" y="10406"/>
                  </a:lnTo>
                  <a:lnTo>
                    <a:pt x="6942" y="8999"/>
                  </a:lnTo>
                  <a:lnTo>
                    <a:pt x="6672" y="7362"/>
                  </a:lnTo>
                  <a:lnTo>
                    <a:pt x="6103" y="5792"/>
                  </a:lnTo>
                  <a:lnTo>
                    <a:pt x="4994" y="4304"/>
                  </a:lnTo>
                  <a:lnTo>
                    <a:pt x="4994" y="2707"/>
                  </a:lnTo>
                  <a:lnTo>
                    <a:pt x="4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>
              <a:extLst>
                <a:ext uri="{FF2B5EF4-FFF2-40B4-BE49-F238E27FC236}">
                  <a16:creationId xmlns:a16="http://schemas.microsoft.com/office/drawing/2014/main" id="{ECD518BE-3256-6A08-7E76-5E271D00D8EC}"/>
                </a:ext>
              </a:extLst>
            </p:cNvPr>
            <p:cNvSpPr/>
            <p:nvPr/>
          </p:nvSpPr>
          <p:spPr>
            <a:xfrm>
              <a:off x="6919193" y="3683841"/>
              <a:ext cx="184194" cy="66355"/>
            </a:xfrm>
            <a:custGeom>
              <a:avLst/>
              <a:gdLst/>
              <a:ahLst/>
              <a:cxnLst/>
              <a:rect l="l" t="t" r="r" b="b"/>
              <a:pathLst>
                <a:path w="8039" h="2896" extrusionOk="0">
                  <a:moveTo>
                    <a:pt x="204" y="0"/>
                  </a:moveTo>
                  <a:lnTo>
                    <a:pt x="1" y="582"/>
                  </a:lnTo>
                  <a:lnTo>
                    <a:pt x="4020" y="2896"/>
                  </a:lnTo>
                  <a:lnTo>
                    <a:pt x="8038" y="582"/>
                  </a:lnTo>
                  <a:lnTo>
                    <a:pt x="7835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>
              <a:extLst>
                <a:ext uri="{FF2B5EF4-FFF2-40B4-BE49-F238E27FC236}">
                  <a16:creationId xmlns:a16="http://schemas.microsoft.com/office/drawing/2014/main" id="{E0610DC2-9557-B30F-402C-68B8035244E3}"/>
                </a:ext>
              </a:extLst>
            </p:cNvPr>
            <p:cNvSpPr/>
            <p:nvPr/>
          </p:nvSpPr>
          <p:spPr>
            <a:xfrm>
              <a:off x="6844473" y="3646011"/>
              <a:ext cx="333629" cy="128677"/>
            </a:xfrm>
            <a:custGeom>
              <a:avLst/>
              <a:gdLst/>
              <a:ahLst/>
              <a:cxnLst/>
              <a:rect l="l" t="t" r="r" b="b"/>
              <a:pathLst>
                <a:path w="14561" h="5616" extrusionOk="0">
                  <a:moveTo>
                    <a:pt x="13518" y="1"/>
                  </a:moveTo>
                  <a:cubicBezTo>
                    <a:pt x="13521" y="1"/>
                    <a:pt x="13523" y="1"/>
                    <a:pt x="13525" y="1"/>
                  </a:cubicBezTo>
                  <a:lnTo>
                    <a:pt x="13525" y="1"/>
                  </a:lnTo>
                  <a:cubicBezTo>
                    <a:pt x="13527" y="1"/>
                    <a:pt x="13530" y="1"/>
                    <a:pt x="13532" y="1"/>
                  </a:cubicBezTo>
                  <a:close/>
                  <a:moveTo>
                    <a:pt x="1043" y="1"/>
                  </a:moveTo>
                  <a:cubicBezTo>
                    <a:pt x="461" y="1"/>
                    <a:pt x="1" y="461"/>
                    <a:pt x="1" y="1042"/>
                  </a:cubicBezTo>
                  <a:cubicBezTo>
                    <a:pt x="1" y="3559"/>
                    <a:pt x="2044" y="5616"/>
                    <a:pt x="4574" y="5616"/>
                  </a:cubicBezTo>
                  <a:lnTo>
                    <a:pt x="9987" y="5616"/>
                  </a:lnTo>
                  <a:cubicBezTo>
                    <a:pt x="12504" y="5616"/>
                    <a:pt x="14560" y="3573"/>
                    <a:pt x="14560" y="1042"/>
                  </a:cubicBezTo>
                  <a:cubicBezTo>
                    <a:pt x="14560" y="463"/>
                    <a:pt x="14090" y="4"/>
                    <a:pt x="13525" y="1"/>
                  </a:cubicBezTo>
                  <a:lnTo>
                    <a:pt x="13525" y="1"/>
                  </a:lnTo>
                  <a:cubicBezTo>
                    <a:pt x="12947" y="4"/>
                    <a:pt x="12490" y="463"/>
                    <a:pt x="12490" y="1042"/>
                  </a:cubicBezTo>
                  <a:cubicBezTo>
                    <a:pt x="12490" y="1692"/>
                    <a:pt x="11962" y="2220"/>
                    <a:pt x="11313" y="2220"/>
                  </a:cubicBezTo>
                  <a:lnTo>
                    <a:pt x="3262" y="2220"/>
                  </a:lnTo>
                  <a:cubicBezTo>
                    <a:pt x="2599" y="2220"/>
                    <a:pt x="2071" y="1692"/>
                    <a:pt x="2071" y="1042"/>
                  </a:cubicBezTo>
                  <a:cubicBezTo>
                    <a:pt x="2071" y="461"/>
                    <a:pt x="1611" y="1"/>
                    <a:pt x="10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>
              <a:extLst>
                <a:ext uri="{FF2B5EF4-FFF2-40B4-BE49-F238E27FC236}">
                  <a16:creationId xmlns:a16="http://schemas.microsoft.com/office/drawing/2014/main" id="{23192694-BD3D-6077-6AB0-48949CC99633}"/>
                </a:ext>
              </a:extLst>
            </p:cNvPr>
            <p:cNvSpPr/>
            <p:nvPr/>
          </p:nvSpPr>
          <p:spPr>
            <a:xfrm>
              <a:off x="7035777" y="3609418"/>
              <a:ext cx="61726" cy="71693"/>
            </a:xfrm>
            <a:custGeom>
              <a:avLst/>
              <a:gdLst/>
              <a:ahLst/>
              <a:cxnLst/>
              <a:rect l="l" t="t" r="r" b="b"/>
              <a:pathLst>
                <a:path w="2694" h="3129" extrusionOk="0">
                  <a:moveTo>
                    <a:pt x="1570" y="1"/>
                  </a:moveTo>
                  <a:cubicBezTo>
                    <a:pt x="1543" y="14"/>
                    <a:pt x="1543" y="41"/>
                    <a:pt x="1530" y="55"/>
                  </a:cubicBezTo>
                  <a:lnTo>
                    <a:pt x="1191" y="745"/>
                  </a:lnTo>
                  <a:cubicBezTo>
                    <a:pt x="1164" y="799"/>
                    <a:pt x="1097" y="853"/>
                    <a:pt x="1015" y="867"/>
                  </a:cubicBezTo>
                  <a:lnTo>
                    <a:pt x="271" y="975"/>
                  </a:lnTo>
                  <a:cubicBezTo>
                    <a:pt x="82" y="1002"/>
                    <a:pt x="1" y="1232"/>
                    <a:pt x="136" y="1368"/>
                  </a:cubicBezTo>
                  <a:lnTo>
                    <a:pt x="691" y="1895"/>
                  </a:lnTo>
                  <a:cubicBezTo>
                    <a:pt x="745" y="1949"/>
                    <a:pt x="772" y="2031"/>
                    <a:pt x="758" y="2098"/>
                  </a:cubicBezTo>
                  <a:lnTo>
                    <a:pt x="623" y="2856"/>
                  </a:lnTo>
                  <a:cubicBezTo>
                    <a:pt x="591" y="3005"/>
                    <a:pt x="710" y="3129"/>
                    <a:pt x="848" y="3129"/>
                  </a:cubicBezTo>
                  <a:cubicBezTo>
                    <a:pt x="885" y="3129"/>
                    <a:pt x="924" y="3120"/>
                    <a:pt x="961" y="3099"/>
                  </a:cubicBezTo>
                  <a:lnTo>
                    <a:pt x="1638" y="2734"/>
                  </a:lnTo>
                  <a:cubicBezTo>
                    <a:pt x="1672" y="2721"/>
                    <a:pt x="1709" y="2714"/>
                    <a:pt x="1746" y="2714"/>
                  </a:cubicBezTo>
                  <a:cubicBezTo>
                    <a:pt x="1783" y="2714"/>
                    <a:pt x="1820" y="2721"/>
                    <a:pt x="1854" y="2734"/>
                  </a:cubicBezTo>
                  <a:lnTo>
                    <a:pt x="2531" y="3099"/>
                  </a:lnTo>
                  <a:cubicBezTo>
                    <a:pt x="2563" y="3115"/>
                    <a:pt x="2594" y="3122"/>
                    <a:pt x="2626" y="3122"/>
                  </a:cubicBezTo>
                  <a:cubicBezTo>
                    <a:pt x="2648" y="3122"/>
                    <a:pt x="2671" y="3119"/>
                    <a:pt x="2693" y="3113"/>
                  </a:cubicBezTo>
                  <a:lnTo>
                    <a:pt x="1570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>
              <a:extLst>
                <a:ext uri="{FF2B5EF4-FFF2-40B4-BE49-F238E27FC236}">
                  <a16:creationId xmlns:a16="http://schemas.microsoft.com/office/drawing/2014/main" id="{D9645B0B-7DBA-4AA4-4962-A434B139EF5F}"/>
                </a:ext>
              </a:extLst>
            </p:cNvPr>
            <p:cNvSpPr/>
            <p:nvPr/>
          </p:nvSpPr>
          <p:spPr>
            <a:xfrm>
              <a:off x="6934385" y="3583388"/>
              <a:ext cx="61726" cy="71762"/>
            </a:xfrm>
            <a:custGeom>
              <a:avLst/>
              <a:gdLst/>
              <a:ahLst/>
              <a:cxnLst/>
              <a:rect l="l" t="t" r="r" b="b"/>
              <a:pathLst>
                <a:path w="2694" h="3132" extrusionOk="0">
                  <a:moveTo>
                    <a:pt x="1124" y="0"/>
                  </a:moveTo>
                  <a:lnTo>
                    <a:pt x="1" y="3112"/>
                  </a:lnTo>
                  <a:cubicBezTo>
                    <a:pt x="25" y="3125"/>
                    <a:pt x="52" y="3131"/>
                    <a:pt x="80" y="3131"/>
                  </a:cubicBezTo>
                  <a:cubicBezTo>
                    <a:pt x="113" y="3131"/>
                    <a:pt x="147" y="3121"/>
                    <a:pt x="177" y="3099"/>
                  </a:cubicBezTo>
                  <a:lnTo>
                    <a:pt x="853" y="2747"/>
                  </a:lnTo>
                  <a:cubicBezTo>
                    <a:pt x="887" y="2734"/>
                    <a:pt x="924" y="2727"/>
                    <a:pt x="962" y="2727"/>
                  </a:cubicBezTo>
                  <a:cubicBezTo>
                    <a:pt x="999" y="2727"/>
                    <a:pt x="1036" y="2734"/>
                    <a:pt x="1070" y="2747"/>
                  </a:cubicBezTo>
                  <a:lnTo>
                    <a:pt x="1746" y="3099"/>
                  </a:lnTo>
                  <a:cubicBezTo>
                    <a:pt x="1780" y="3119"/>
                    <a:pt x="1821" y="3129"/>
                    <a:pt x="1861" y="3129"/>
                  </a:cubicBezTo>
                  <a:cubicBezTo>
                    <a:pt x="1902" y="3129"/>
                    <a:pt x="1943" y="3119"/>
                    <a:pt x="1976" y="3099"/>
                  </a:cubicBezTo>
                  <a:cubicBezTo>
                    <a:pt x="2058" y="3045"/>
                    <a:pt x="2098" y="2950"/>
                    <a:pt x="2085" y="2869"/>
                  </a:cubicBezTo>
                  <a:lnTo>
                    <a:pt x="2044" y="2652"/>
                  </a:lnTo>
                  <a:lnTo>
                    <a:pt x="1949" y="2111"/>
                  </a:lnTo>
                  <a:cubicBezTo>
                    <a:pt x="1936" y="2030"/>
                    <a:pt x="1963" y="1962"/>
                    <a:pt x="2017" y="1908"/>
                  </a:cubicBezTo>
                  <a:lnTo>
                    <a:pt x="2179" y="1759"/>
                  </a:lnTo>
                  <a:lnTo>
                    <a:pt x="2558" y="1380"/>
                  </a:lnTo>
                  <a:lnTo>
                    <a:pt x="2558" y="1367"/>
                  </a:lnTo>
                  <a:cubicBezTo>
                    <a:pt x="2694" y="1232"/>
                    <a:pt x="2612" y="1002"/>
                    <a:pt x="2436" y="975"/>
                  </a:cubicBezTo>
                  <a:lnTo>
                    <a:pt x="2288" y="961"/>
                  </a:lnTo>
                  <a:lnTo>
                    <a:pt x="1679" y="866"/>
                  </a:lnTo>
                  <a:cubicBezTo>
                    <a:pt x="1598" y="853"/>
                    <a:pt x="1543" y="812"/>
                    <a:pt x="1503" y="744"/>
                  </a:cubicBezTo>
                  <a:lnTo>
                    <a:pt x="1165" y="68"/>
                  </a:lnTo>
                  <a:cubicBezTo>
                    <a:pt x="1151" y="41"/>
                    <a:pt x="1137" y="14"/>
                    <a:pt x="1124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>
              <a:extLst>
                <a:ext uri="{FF2B5EF4-FFF2-40B4-BE49-F238E27FC236}">
                  <a16:creationId xmlns:a16="http://schemas.microsoft.com/office/drawing/2014/main" id="{C9062104-CA0D-10FC-5ED1-A026460FD3DF}"/>
                </a:ext>
              </a:extLst>
            </p:cNvPr>
            <p:cNvSpPr/>
            <p:nvPr/>
          </p:nvSpPr>
          <p:spPr>
            <a:xfrm>
              <a:off x="6934385" y="3583388"/>
              <a:ext cx="52424" cy="71762"/>
            </a:xfrm>
            <a:custGeom>
              <a:avLst/>
              <a:gdLst/>
              <a:ahLst/>
              <a:cxnLst/>
              <a:rect l="l" t="t" r="r" b="b"/>
              <a:pathLst>
                <a:path w="2288" h="3132" extrusionOk="0">
                  <a:moveTo>
                    <a:pt x="1124" y="0"/>
                  </a:moveTo>
                  <a:lnTo>
                    <a:pt x="1" y="3112"/>
                  </a:lnTo>
                  <a:cubicBezTo>
                    <a:pt x="25" y="3125"/>
                    <a:pt x="52" y="3131"/>
                    <a:pt x="80" y="3131"/>
                  </a:cubicBezTo>
                  <a:cubicBezTo>
                    <a:pt x="113" y="3131"/>
                    <a:pt x="147" y="3121"/>
                    <a:pt x="177" y="3099"/>
                  </a:cubicBezTo>
                  <a:lnTo>
                    <a:pt x="853" y="2747"/>
                  </a:lnTo>
                  <a:cubicBezTo>
                    <a:pt x="887" y="2734"/>
                    <a:pt x="924" y="2727"/>
                    <a:pt x="962" y="2727"/>
                  </a:cubicBezTo>
                  <a:cubicBezTo>
                    <a:pt x="999" y="2727"/>
                    <a:pt x="1036" y="2734"/>
                    <a:pt x="1070" y="2747"/>
                  </a:cubicBezTo>
                  <a:lnTo>
                    <a:pt x="1746" y="3099"/>
                  </a:lnTo>
                  <a:cubicBezTo>
                    <a:pt x="1780" y="3119"/>
                    <a:pt x="1821" y="3129"/>
                    <a:pt x="1861" y="3129"/>
                  </a:cubicBezTo>
                  <a:cubicBezTo>
                    <a:pt x="1902" y="3129"/>
                    <a:pt x="1943" y="3119"/>
                    <a:pt x="1976" y="3099"/>
                  </a:cubicBezTo>
                  <a:lnTo>
                    <a:pt x="2044" y="2652"/>
                  </a:lnTo>
                  <a:lnTo>
                    <a:pt x="1949" y="2111"/>
                  </a:lnTo>
                  <a:cubicBezTo>
                    <a:pt x="1936" y="2030"/>
                    <a:pt x="1963" y="1962"/>
                    <a:pt x="2017" y="1908"/>
                  </a:cubicBezTo>
                  <a:lnTo>
                    <a:pt x="2166" y="1746"/>
                  </a:lnTo>
                  <a:lnTo>
                    <a:pt x="2288" y="961"/>
                  </a:lnTo>
                  <a:lnTo>
                    <a:pt x="1679" y="866"/>
                  </a:lnTo>
                  <a:cubicBezTo>
                    <a:pt x="1598" y="853"/>
                    <a:pt x="1543" y="812"/>
                    <a:pt x="1503" y="744"/>
                  </a:cubicBezTo>
                  <a:lnTo>
                    <a:pt x="1165" y="68"/>
                  </a:lnTo>
                  <a:cubicBezTo>
                    <a:pt x="1151" y="41"/>
                    <a:pt x="1137" y="14"/>
                    <a:pt x="1124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>
              <a:extLst>
                <a:ext uri="{FF2B5EF4-FFF2-40B4-BE49-F238E27FC236}">
                  <a16:creationId xmlns:a16="http://schemas.microsoft.com/office/drawing/2014/main" id="{86FF2203-FF64-2C33-4C1F-FBEEA04A185E}"/>
                </a:ext>
              </a:extLst>
            </p:cNvPr>
            <p:cNvSpPr/>
            <p:nvPr/>
          </p:nvSpPr>
          <p:spPr>
            <a:xfrm>
              <a:off x="6994235" y="3503397"/>
              <a:ext cx="64819" cy="73091"/>
            </a:xfrm>
            <a:custGeom>
              <a:avLst/>
              <a:gdLst/>
              <a:ahLst/>
              <a:cxnLst/>
              <a:rect l="l" t="t" r="r" b="b"/>
              <a:pathLst>
                <a:path w="2829" h="3190" extrusionOk="0">
                  <a:moveTo>
                    <a:pt x="1705" y="0"/>
                  </a:moveTo>
                  <a:cubicBezTo>
                    <a:pt x="1624" y="0"/>
                    <a:pt x="1556" y="54"/>
                    <a:pt x="1529" y="122"/>
                  </a:cubicBezTo>
                  <a:lnTo>
                    <a:pt x="1191" y="799"/>
                  </a:lnTo>
                  <a:cubicBezTo>
                    <a:pt x="1151" y="866"/>
                    <a:pt x="1083" y="920"/>
                    <a:pt x="1015" y="934"/>
                  </a:cubicBezTo>
                  <a:lnTo>
                    <a:pt x="257" y="1042"/>
                  </a:lnTo>
                  <a:cubicBezTo>
                    <a:pt x="68" y="1069"/>
                    <a:pt x="0" y="1299"/>
                    <a:pt x="136" y="1435"/>
                  </a:cubicBezTo>
                  <a:lnTo>
                    <a:pt x="677" y="1962"/>
                  </a:lnTo>
                  <a:cubicBezTo>
                    <a:pt x="731" y="2016"/>
                    <a:pt x="758" y="2084"/>
                    <a:pt x="745" y="2165"/>
                  </a:cubicBezTo>
                  <a:lnTo>
                    <a:pt x="623" y="2923"/>
                  </a:lnTo>
                  <a:cubicBezTo>
                    <a:pt x="592" y="3068"/>
                    <a:pt x="704" y="3190"/>
                    <a:pt x="837" y="3190"/>
                  </a:cubicBezTo>
                  <a:cubicBezTo>
                    <a:pt x="877" y="3190"/>
                    <a:pt x="920" y="3178"/>
                    <a:pt x="961" y="3153"/>
                  </a:cubicBezTo>
                  <a:lnTo>
                    <a:pt x="1638" y="2801"/>
                  </a:lnTo>
                  <a:cubicBezTo>
                    <a:pt x="1671" y="2788"/>
                    <a:pt x="1705" y="2781"/>
                    <a:pt x="1739" y="2781"/>
                  </a:cubicBezTo>
                  <a:cubicBezTo>
                    <a:pt x="1773" y="2781"/>
                    <a:pt x="1807" y="2788"/>
                    <a:pt x="1841" y="2801"/>
                  </a:cubicBezTo>
                  <a:lnTo>
                    <a:pt x="2517" y="3153"/>
                  </a:lnTo>
                  <a:cubicBezTo>
                    <a:pt x="2553" y="3176"/>
                    <a:pt x="2592" y="3186"/>
                    <a:pt x="2631" y="3186"/>
                  </a:cubicBezTo>
                  <a:cubicBezTo>
                    <a:pt x="2708" y="3186"/>
                    <a:pt x="2783" y="3144"/>
                    <a:pt x="2828" y="3072"/>
                  </a:cubicBezTo>
                  <a:lnTo>
                    <a:pt x="1705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72438664-2343-FF76-2745-2D428B5544C5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91336957-B90C-C35C-EB9D-89CE460403C3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E4E88CDC-ADAC-92FC-8EF8-B7030FB2E949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38338E05-7431-AB68-BB53-40E319DA7F98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A2A43607-9498-C5C7-1DF6-45CDB3758426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687F2B24-77ED-7E82-C359-C1551C6C0005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48331E29-BC0C-85A2-9FE5-29E29FEE14E7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AEA5D47F-2B4A-01BA-3591-AF0C31923423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764CC8F5-1A6A-E740-CBB9-9055E2650C15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4727B7BC-046D-F13E-61B4-B20956716824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D3FF134D-CFC5-0BC0-892B-79F36390C428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F34E86C5-403F-42FC-3124-2AB72D87BEA1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789157AE-1ECD-C9F1-83AD-25E741034E31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A1B24A16-BE46-146D-D26E-E9E8071DFAA7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190381BA-F2FD-3DD8-9CBB-A5F83625B0BA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3B739BCD-A41E-6305-F8E5-5EDD5552C2FD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9C4DC37A-BCB2-3A8F-0C94-40231711F54C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0C0C438F-63D8-3684-ED3A-4374090EF06D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6CB150F8-EE7B-0921-463A-030355D1EA36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9F85E5D3-6F69-5695-FF69-62543810D0E4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CB44C818-81DA-ED81-3D64-25D06A2FA0FA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948AC932-0E38-0345-E3E9-AC96588B2B20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BCA27882-2469-61CE-A3BE-A8231FC55CC5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39E58C0B-822C-AD4D-E200-A14B3116ABEF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918FF257-5BAD-F946-A4E8-E61874D83F72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E48818AB-DD27-8F33-51F6-5C8CEC3D1065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26EA3577-93AA-41DC-B5B2-BCF0EAE28706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5867C3F5-8211-758E-2DC1-73B368FFFD00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49">
            <a:extLst>
              <a:ext uri="{FF2B5EF4-FFF2-40B4-BE49-F238E27FC236}">
                <a16:creationId xmlns:a16="http://schemas.microsoft.com/office/drawing/2014/main" id="{39C2BA5E-1274-E89E-4A6E-D78CA3E7E058}"/>
              </a:ext>
            </a:extLst>
          </p:cNvPr>
          <p:cNvGrpSpPr/>
          <p:nvPr/>
        </p:nvGrpSpPr>
        <p:grpSpPr>
          <a:xfrm>
            <a:off x="1810686" y="3255031"/>
            <a:ext cx="386787" cy="378534"/>
            <a:chOff x="2622834" y="2125467"/>
            <a:chExt cx="333927" cy="326801"/>
          </a:xfrm>
        </p:grpSpPr>
        <p:sp>
          <p:nvSpPr>
            <p:cNvPr id="1428" name="Google Shape;1428;p49">
              <a:extLst>
                <a:ext uri="{FF2B5EF4-FFF2-40B4-BE49-F238E27FC236}">
                  <a16:creationId xmlns:a16="http://schemas.microsoft.com/office/drawing/2014/main" id="{DAD3DC9D-1C66-5999-9412-9E20246F85E1}"/>
                </a:ext>
              </a:extLst>
            </p:cNvPr>
            <p:cNvSpPr/>
            <p:nvPr/>
          </p:nvSpPr>
          <p:spPr>
            <a:xfrm>
              <a:off x="2671821" y="2286679"/>
              <a:ext cx="236572" cy="136833"/>
            </a:xfrm>
            <a:custGeom>
              <a:avLst/>
              <a:gdLst/>
              <a:ahLst/>
              <a:cxnLst/>
              <a:rect l="l" t="t" r="r" b="b"/>
              <a:pathLst>
                <a:path w="10325" h="5972" extrusionOk="0">
                  <a:moveTo>
                    <a:pt x="9445" y="880"/>
                  </a:moveTo>
                  <a:cubicBezTo>
                    <a:pt x="9418" y="3221"/>
                    <a:pt x="7510" y="5102"/>
                    <a:pt x="5169" y="5102"/>
                  </a:cubicBezTo>
                  <a:cubicBezTo>
                    <a:pt x="2815" y="5102"/>
                    <a:pt x="907" y="3221"/>
                    <a:pt x="880" y="880"/>
                  </a:cubicBezTo>
                  <a:close/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505"/>
                    <a:pt x="2070" y="5738"/>
                    <a:pt x="4750" y="5954"/>
                  </a:cubicBezTo>
                  <a:cubicBezTo>
                    <a:pt x="4890" y="5966"/>
                    <a:pt x="5030" y="5971"/>
                    <a:pt x="5169" y="5971"/>
                  </a:cubicBezTo>
                  <a:cubicBezTo>
                    <a:pt x="7663" y="5971"/>
                    <a:pt x="9834" y="4163"/>
                    <a:pt x="10257" y="1651"/>
                  </a:cubicBezTo>
                  <a:cubicBezTo>
                    <a:pt x="10297" y="1381"/>
                    <a:pt x="10324" y="1097"/>
                    <a:pt x="10324" y="826"/>
                  </a:cubicBezTo>
                  <a:lnTo>
                    <a:pt x="10324" y="433"/>
                  </a:lnTo>
                  <a:cubicBezTo>
                    <a:pt x="10324" y="190"/>
                    <a:pt x="10121" y="0"/>
                    <a:pt x="987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>
              <a:extLst>
                <a:ext uri="{FF2B5EF4-FFF2-40B4-BE49-F238E27FC236}">
                  <a16:creationId xmlns:a16="http://schemas.microsoft.com/office/drawing/2014/main" id="{60B6E787-33D4-C340-7842-F44F5E2DB85D}"/>
                </a:ext>
              </a:extLst>
            </p:cNvPr>
            <p:cNvSpPr/>
            <p:nvPr/>
          </p:nvSpPr>
          <p:spPr>
            <a:xfrm>
              <a:off x="2796762" y="2306842"/>
              <a:ext cx="104504" cy="97057"/>
            </a:xfrm>
            <a:custGeom>
              <a:avLst/>
              <a:gdLst/>
              <a:ahLst/>
              <a:cxnLst/>
              <a:rect l="l" t="t" r="r" b="b"/>
              <a:pathLst>
                <a:path w="4561" h="4236" extrusionOk="0">
                  <a:moveTo>
                    <a:pt x="3992" y="0"/>
                  </a:moveTo>
                  <a:cubicBezTo>
                    <a:pt x="3965" y="2233"/>
                    <a:pt x="2219" y="4073"/>
                    <a:pt x="0" y="4222"/>
                  </a:cubicBezTo>
                  <a:cubicBezTo>
                    <a:pt x="95" y="4222"/>
                    <a:pt x="190" y="4235"/>
                    <a:pt x="284" y="4235"/>
                  </a:cubicBezTo>
                  <a:cubicBezTo>
                    <a:pt x="2625" y="4222"/>
                    <a:pt x="4533" y="2341"/>
                    <a:pt x="4560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>
              <a:extLst>
                <a:ext uri="{FF2B5EF4-FFF2-40B4-BE49-F238E27FC236}">
                  <a16:creationId xmlns:a16="http://schemas.microsoft.com/office/drawing/2014/main" id="{544A3B6B-00E0-FE56-DC8E-18D4B0B2234A}"/>
                </a:ext>
              </a:extLst>
            </p:cNvPr>
            <p:cNvSpPr/>
            <p:nvPr/>
          </p:nvSpPr>
          <p:spPr>
            <a:xfrm>
              <a:off x="2671821" y="2286679"/>
              <a:ext cx="124965" cy="137063"/>
            </a:xfrm>
            <a:custGeom>
              <a:avLst/>
              <a:gdLst/>
              <a:ahLst/>
              <a:cxnLst/>
              <a:rect l="l" t="t" r="r" b="b"/>
              <a:pathLst>
                <a:path w="5454" h="5982" extrusionOk="0"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667"/>
                    <a:pt x="2314" y="5981"/>
                    <a:pt x="5169" y="5981"/>
                  </a:cubicBezTo>
                  <a:lnTo>
                    <a:pt x="5453" y="5981"/>
                  </a:lnTo>
                  <a:cubicBezTo>
                    <a:pt x="2720" y="5832"/>
                    <a:pt x="568" y="3573"/>
                    <a:pt x="568" y="826"/>
                  </a:cubicBezTo>
                  <a:lnTo>
                    <a:pt x="568" y="433"/>
                  </a:lnTo>
                  <a:cubicBezTo>
                    <a:pt x="568" y="190"/>
                    <a:pt x="771" y="0"/>
                    <a:pt x="101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>
              <a:extLst>
                <a:ext uri="{FF2B5EF4-FFF2-40B4-BE49-F238E27FC236}">
                  <a16:creationId xmlns:a16="http://schemas.microsoft.com/office/drawing/2014/main" id="{3A3DB089-FD46-598C-9D47-7F48874B5D8C}"/>
                </a:ext>
              </a:extLst>
            </p:cNvPr>
            <p:cNvSpPr/>
            <p:nvPr/>
          </p:nvSpPr>
          <p:spPr>
            <a:xfrm>
              <a:off x="2716775" y="2125467"/>
              <a:ext cx="146663" cy="157523"/>
            </a:xfrm>
            <a:custGeom>
              <a:avLst/>
              <a:gdLst/>
              <a:ahLst/>
              <a:cxnLst/>
              <a:rect l="l" t="t" r="r" b="b"/>
              <a:pathLst>
                <a:path w="6401" h="6875" extrusionOk="0">
                  <a:moveTo>
                    <a:pt x="4804" y="0"/>
                  </a:moveTo>
                  <a:cubicBezTo>
                    <a:pt x="3911" y="0"/>
                    <a:pt x="3207" y="718"/>
                    <a:pt x="3207" y="1597"/>
                  </a:cubicBezTo>
                  <a:cubicBezTo>
                    <a:pt x="3166" y="745"/>
                    <a:pt x="2463" y="54"/>
                    <a:pt x="1597" y="54"/>
                  </a:cubicBezTo>
                  <a:cubicBezTo>
                    <a:pt x="744" y="54"/>
                    <a:pt x="27" y="745"/>
                    <a:pt x="0" y="1597"/>
                  </a:cubicBezTo>
                  <a:lnTo>
                    <a:pt x="0" y="6874"/>
                  </a:lnTo>
                  <a:lnTo>
                    <a:pt x="6400" y="6874"/>
                  </a:lnTo>
                  <a:lnTo>
                    <a:pt x="6400" y="1597"/>
                  </a:lnTo>
                  <a:cubicBezTo>
                    <a:pt x="6400" y="718"/>
                    <a:pt x="5683" y="0"/>
                    <a:pt x="4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>
              <a:extLst>
                <a:ext uri="{FF2B5EF4-FFF2-40B4-BE49-F238E27FC236}">
                  <a16:creationId xmlns:a16="http://schemas.microsoft.com/office/drawing/2014/main" id="{24B4F141-838E-A823-CEBD-2C0E2E178AD1}"/>
                </a:ext>
              </a:extLst>
            </p:cNvPr>
            <p:cNvSpPr/>
            <p:nvPr/>
          </p:nvSpPr>
          <p:spPr>
            <a:xfrm>
              <a:off x="2716775" y="2204217"/>
              <a:ext cx="146342" cy="56136"/>
            </a:xfrm>
            <a:custGeom>
              <a:avLst/>
              <a:gdLst/>
              <a:ahLst/>
              <a:cxnLst/>
              <a:rect l="l" t="t" r="r" b="b"/>
              <a:pathLst>
                <a:path w="638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6387" y="2449"/>
                  </a:lnTo>
                  <a:lnTo>
                    <a:pt x="638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>
              <a:extLst>
                <a:ext uri="{FF2B5EF4-FFF2-40B4-BE49-F238E27FC236}">
                  <a16:creationId xmlns:a16="http://schemas.microsoft.com/office/drawing/2014/main" id="{3ED1A4B5-EBF0-0F87-4AC1-2913A9EE3174}"/>
                </a:ext>
              </a:extLst>
            </p:cNvPr>
            <p:cNvSpPr/>
            <p:nvPr/>
          </p:nvSpPr>
          <p:spPr>
            <a:xfrm>
              <a:off x="2716775" y="2204217"/>
              <a:ext cx="47131" cy="56136"/>
            </a:xfrm>
            <a:custGeom>
              <a:avLst/>
              <a:gdLst/>
              <a:ahLst/>
              <a:cxnLst/>
              <a:rect l="l" t="t" r="r" b="b"/>
              <a:pathLst>
                <a:path w="205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2057" y="244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>
              <a:extLst>
                <a:ext uri="{FF2B5EF4-FFF2-40B4-BE49-F238E27FC236}">
                  <a16:creationId xmlns:a16="http://schemas.microsoft.com/office/drawing/2014/main" id="{CAFEC1AF-E7B0-9BCA-3808-7442EDFE48C3}"/>
                </a:ext>
              </a:extLst>
            </p:cNvPr>
            <p:cNvSpPr/>
            <p:nvPr/>
          </p:nvSpPr>
          <p:spPr>
            <a:xfrm>
              <a:off x="2671821" y="2286656"/>
              <a:ext cx="236869" cy="48414"/>
            </a:xfrm>
            <a:custGeom>
              <a:avLst/>
              <a:gdLst/>
              <a:ahLst/>
              <a:cxnLst/>
              <a:rect l="l" t="t" r="r" b="b"/>
              <a:pathLst>
                <a:path w="10338" h="2113" extrusionOk="0">
                  <a:moveTo>
                    <a:pt x="9901" y="1"/>
                  </a:moveTo>
                  <a:cubicBezTo>
                    <a:pt x="9893" y="1"/>
                    <a:pt x="9886" y="1"/>
                    <a:pt x="9878" y="1"/>
                  </a:cubicBezTo>
                  <a:lnTo>
                    <a:pt x="433" y="1"/>
                  </a:lnTo>
                  <a:cubicBezTo>
                    <a:pt x="190" y="1"/>
                    <a:pt x="0" y="191"/>
                    <a:pt x="0" y="434"/>
                  </a:cubicBezTo>
                  <a:lnTo>
                    <a:pt x="0" y="827"/>
                  </a:lnTo>
                  <a:cubicBezTo>
                    <a:pt x="0" y="1098"/>
                    <a:pt x="14" y="1382"/>
                    <a:pt x="68" y="1652"/>
                  </a:cubicBezTo>
                  <a:cubicBezTo>
                    <a:pt x="379" y="1855"/>
                    <a:pt x="717" y="2004"/>
                    <a:pt x="1083" y="2112"/>
                  </a:cubicBezTo>
                  <a:cubicBezTo>
                    <a:pt x="947" y="1720"/>
                    <a:pt x="880" y="1300"/>
                    <a:pt x="880" y="881"/>
                  </a:cubicBezTo>
                  <a:lnTo>
                    <a:pt x="9445" y="881"/>
                  </a:lnTo>
                  <a:cubicBezTo>
                    <a:pt x="9445" y="1300"/>
                    <a:pt x="9377" y="1720"/>
                    <a:pt x="9255" y="2112"/>
                  </a:cubicBezTo>
                  <a:cubicBezTo>
                    <a:pt x="9607" y="2004"/>
                    <a:pt x="9946" y="1855"/>
                    <a:pt x="10270" y="1652"/>
                  </a:cubicBezTo>
                  <a:cubicBezTo>
                    <a:pt x="10311" y="1382"/>
                    <a:pt x="10338" y="1098"/>
                    <a:pt x="10338" y="827"/>
                  </a:cubicBezTo>
                  <a:lnTo>
                    <a:pt x="10338" y="434"/>
                  </a:lnTo>
                  <a:lnTo>
                    <a:pt x="10324" y="434"/>
                  </a:lnTo>
                  <a:cubicBezTo>
                    <a:pt x="10324" y="199"/>
                    <a:pt x="10134" y="1"/>
                    <a:pt x="990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>
              <a:extLst>
                <a:ext uri="{FF2B5EF4-FFF2-40B4-BE49-F238E27FC236}">
                  <a16:creationId xmlns:a16="http://schemas.microsoft.com/office/drawing/2014/main" id="{D1DCD298-7AD8-8799-FE92-5E74E0E6AE7F}"/>
                </a:ext>
              </a:extLst>
            </p:cNvPr>
            <p:cNvSpPr/>
            <p:nvPr/>
          </p:nvSpPr>
          <p:spPr>
            <a:xfrm>
              <a:off x="2622834" y="2194915"/>
              <a:ext cx="333927" cy="129295"/>
            </a:xfrm>
            <a:custGeom>
              <a:avLst/>
              <a:gdLst/>
              <a:ahLst/>
              <a:cxnLst/>
              <a:rect l="l" t="t" r="r" b="b"/>
              <a:pathLst>
                <a:path w="14574" h="5643" extrusionOk="0">
                  <a:moveTo>
                    <a:pt x="13531" y="41"/>
                  </a:moveTo>
                  <a:cubicBezTo>
                    <a:pt x="13534" y="41"/>
                    <a:pt x="13536" y="41"/>
                    <a:pt x="13538" y="41"/>
                  </a:cubicBezTo>
                  <a:lnTo>
                    <a:pt x="13538" y="41"/>
                  </a:lnTo>
                  <a:cubicBezTo>
                    <a:pt x="13540" y="41"/>
                    <a:pt x="13543" y="41"/>
                    <a:pt x="13545" y="41"/>
                  </a:cubicBezTo>
                  <a:close/>
                  <a:moveTo>
                    <a:pt x="1056" y="0"/>
                  </a:moveTo>
                  <a:cubicBezTo>
                    <a:pt x="474" y="0"/>
                    <a:pt x="0" y="487"/>
                    <a:pt x="27" y="1083"/>
                  </a:cubicBezTo>
                  <a:cubicBezTo>
                    <a:pt x="27" y="3600"/>
                    <a:pt x="2070" y="5643"/>
                    <a:pt x="4587" y="5643"/>
                  </a:cubicBezTo>
                  <a:lnTo>
                    <a:pt x="10000" y="5643"/>
                  </a:lnTo>
                  <a:cubicBezTo>
                    <a:pt x="12530" y="5643"/>
                    <a:pt x="14573" y="3600"/>
                    <a:pt x="14573" y="1083"/>
                  </a:cubicBezTo>
                  <a:cubicBezTo>
                    <a:pt x="14573" y="517"/>
                    <a:pt x="14117" y="45"/>
                    <a:pt x="13538" y="41"/>
                  </a:cubicBezTo>
                  <a:lnTo>
                    <a:pt x="13538" y="41"/>
                  </a:lnTo>
                  <a:cubicBezTo>
                    <a:pt x="12973" y="45"/>
                    <a:pt x="12517" y="517"/>
                    <a:pt x="12517" y="1083"/>
                  </a:cubicBezTo>
                  <a:cubicBezTo>
                    <a:pt x="12517" y="1732"/>
                    <a:pt x="11989" y="2260"/>
                    <a:pt x="11326" y="2260"/>
                  </a:cubicBezTo>
                  <a:lnTo>
                    <a:pt x="3275" y="2260"/>
                  </a:lnTo>
                  <a:cubicBezTo>
                    <a:pt x="2625" y="2260"/>
                    <a:pt x="2098" y="1732"/>
                    <a:pt x="2098" y="1083"/>
                  </a:cubicBezTo>
                  <a:cubicBezTo>
                    <a:pt x="2111" y="487"/>
                    <a:pt x="1651" y="0"/>
                    <a:pt x="1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>
              <a:extLst>
                <a:ext uri="{FF2B5EF4-FFF2-40B4-BE49-F238E27FC236}">
                  <a16:creationId xmlns:a16="http://schemas.microsoft.com/office/drawing/2014/main" id="{DFFD62B8-BA51-5BC8-56BA-F12E751F2E37}"/>
                </a:ext>
              </a:extLst>
            </p:cNvPr>
            <p:cNvSpPr/>
            <p:nvPr/>
          </p:nvSpPr>
          <p:spPr>
            <a:xfrm>
              <a:off x="2761729" y="2423719"/>
              <a:ext cx="28549" cy="28549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866" y="0"/>
                  </a:moveTo>
                  <a:cubicBezTo>
                    <a:pt x="393" y="0"/>
                    <a:pt x="0" y="393"/>
                    <a:pt x="0" y="880"/>
                  </a:cubicBezTo>
                  <a:lnTo>
                    <a:pt x="0" y="1245"/>
                  </a:lnTo>
                  <a:lnTo>
                    <a:pt x="366" y="1245"/>
                  </a:lnTo>
                  <a:cubicBezTo>
                    <a:pt x="853" y="1245"/>
                    <a:pt x="1231" y="853"/>
                    <a:pt x="1245" y="366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>
              <a:extLst>
                <a:ext uri="{FF2B5EF4-FFF2-40B4-BE49-F238E27FC236}">
                  <a16:creationId xmlns:a16="http://schemas.microsoft.com/office/drawing/2014/main" id="{B983800B-AB50-FD96-C037-F1C1D5E41456}"/>
                </a:ext>
              </a:extLst>
            </p:cNvPr>
            <p:cNvSpPr/>
            <p:nvPr/>
          </p:nvSpPr>
          <p:spPr>
            <a:xfrm>
              <a:off x="2790255" y="2423719"/>
              <a:ext cx="28228" cy="28549"/>
            </a:xfrm>
            <a:custGeom>
              <a:avLst/>
              <a:gdLst/>
              <a:ahLst/>
              <a:cxnLst/>
              <a:rect l="l" t="t" r="r" b="b"/>
              <a:pathLst>
                <a:path w="1232" h="1246" extrusionOk="0">
                  <a:moveTo>
                    <a:pt x="0" y="0"/>
                  </a:moveTo>
                  <a:lnTo>
                    <a:pt x="0" y="366"/>
                  </a:lnTo>
                  <a:cubicBezTo>
                    <a:pt x="0" y="853"/>
                    <a:pt x="379" y="1245"/>
                    <a:pt x="866" y="1245"/>
                  </a:cubicBezTo>
                  <a:lnTo>
                    <a:pt x="1231" y="1245"/>
                  </a:lnTo>
                  <a:lnTo>
                    <a:pt x="1231" y="880"/>
                  </a:lnTo>
                  <a:cubicBezTo>
                    <a:pt x="1231" y="393"/>
                    <a:pt x="839" y="0"/>
                    <a:pt x="36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00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" grpId="0" build="p"/>
      <p:bldP spid="139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1AD9230E-959C-1212-71DF-FB912308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C90833BA-684E-96D3-DB09-37E8EB916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User Roles &amp; Access Control</a:t>
            </a:r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26FC8F40-7694-C2EF-2298-056993D7685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09" y="1821675"/>
            <a:ext cx="214747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dirty="0"/>
              <a:t>Two-Tier System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22C41ED3-AA4A-39B9-B798-2F4E8FAC66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Accounts are split into regular and administrative users.</a:t>
            </a:r>
            <a:endParaRPr dirty="0"/>
          </a:p>
        </p:txBody>
      </p: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8C695CF8-FBB7-5484-D55E-AA5CFF85E236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285B8653-EA08-D149-2D0D-1A011C9E1887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8CB37333-4163-8E8F-6FC9-8BC85653E43B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F2FCC1B9-35CC-CE09-AB4D-A8745576E850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82BF3B66-1019-C928-4689-51564D5FE4E5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6A399999-659A-47FC-C88F-13E79EA37755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ED4CB408-298C-9D7E-A8E4-F9C4D3810FEB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60D6ADEB-A883-5FD5-1DDC-177EE6AF5E36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1FAE3E80-9672-2863-E793-EA03BAB1B066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9DD34A54-5782-8DC3-6AF9-C1905BC27E26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2641C14D-3151-96E3-EF73-C2BAA691CABB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54717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4" grpId="0" build="p"/>
      <p:bldP spid="138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152C7AF6-0EE0-2645-498D-F5C9B9FA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D3273530-D876-6788-F332-6606E316E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User Roles &amp; Access Control</a:t>
            </a:r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CE5528A3-B999-5521-E797-A332245EF1B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09" y="1821675"/>
            <a:ext cx="214747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dirty="0"/>
              <a:t>Two-Tier System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3923E4A4-D12B-C5E8-31DB-986B02B9E81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Safe Default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F6FFD795-825C-914F-0AD1-671DC25CB2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Accounts are split into regular and administrative users.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A105F88C-BAEA-BFFD-6F1B-6074743F263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New signups automatically receive regular access rights.</a:t>
            </a:r>
            <a:endParaRPr dirty="0"/>
          </a:p>
        </p:txBody>
      </p: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36AA7B25-FCA7-04BB-2A95-21125BE85B18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D37EC2E9-7254-34F3-2F0D-BA3FFF184604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17A2A31C-17B3-2024-A2F5-2D97FC930D6D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4276A295-DC3F-CE07-E38C-141661279F30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8BF4B596-6BA8-D129-9ACB-606CAA793171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5457E036-9AEF-3043-2FC9-A9CBBC029827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CC1FAB03-1ED3-D30B-A856-A8B3EDA804EC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FFA8D06C-5C50-40A0-B7A1-D1D0AA3F788B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54C974B8-25A8-8336-F9D9-CF1C2DA3F74A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C2878306-A6BF-F6AF-AD40-0A994DE03C5D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77F968A4-4641-7E5F-04F3-0716C01E6C94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82341802-D3F6-E349-22BC-02495FCE5624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8235AE1A-280D-8321-8AEE-89B5C8DA4561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E8CB9088-D737-9678-CD9B-52C68048D303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5A508FE6-CB85-D7F6-DB71-3220E594525C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19F6B663-EBD0-E808-5060-1E20B0C92FB8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7A45E2DC-2061-B5F7-1D17-2EC19B63BCB4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EEEF46DE-6FF4-E97D-96B0-6226A3E814E8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3ABD4332-8280-DB46-30DC-1DEE1927B637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809F3F21-3DEC-3854-706D-98ABD02B4899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60CE54E8-C0CD-8013-A7C2-C303CD7261A6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941DBFA7-927E-BE29-AEAB-5578D5B9FD66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56D2B61C-606B-D200-28CB-C503666644E6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71CE98B7-D201-62AE-13A1-E6D8F97C1762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0FBF15F5-95E6-EBB1-0C68-09CCF139470C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C65DBF90-4480-820E-643B-B55FEA73E741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99B33F5D-F20C-E7D6-96BA-8A485708DA4B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871EAD9D-0BE8-C763-33E8-FEC6995C30B1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743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5" grpId="0" build="p"/>
      <p:bldP spid="138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7EA8B263-2C04-BC2E-BDE5-AE14F351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064AFA75-2877-F1EB-8939-49036F8AF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User Roles &amp; Access Control</a:t>
            </a:r>
          </a:p>
        </p:txBody>
      </p:sp>
      <p:sp>
        <p:nvSpPr>
          <p:cNvPr id="1383" name="Google Shape;1383;p49">
            <a:extLst>
              <a:ext uri="{FF2B5EF4-FFF2-40B4-BE49-F238E27FC236}">
                <a16:creationId xmlns:a16="http://schemas.microsoft.com/office/drawing/2014/main" id="{40CB0582-D440-000C-0518-D64B4C4E1B7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368810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Route Guards</a:t>
            </a:r>
            <a:endParaRPr sz="2000" dirty="0"/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304C00B1-3327-FAB2-32EA-B6DD14843B8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09" y="1821675"/>
            <a:ext cx="214747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dirty="0"/>
              <a:t>Two-Tier System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1BC1048B-B779-A68C-4471-12F0B050A25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Safe Default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70A0F833-DE78-5987-45E3-5FC7F5B485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Accounts are split into regular and administrative users.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D229615C-DCA4-A18B-8E7A-ABC9E93A046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New signups automatically receive regular access rights.</a:t>
            </a:r>
            <a:endParaRPr dirty="0"/>
          </a:p>
        </p:txBody>
      </p:sp>
      <p:sp>
        <p:nvSpPr>
          <p:cNvPr id="1388" name="Google Shape;1388;p49">
            <a:extLst>
              <a:ext uri="{FF2B5EF4-FFF2-40B4-BE49-F238E27FC236}">
                <a16:creationId xmlns:a16="http://schemas.microsoft.com/office/drawing/2014/main" id="{70044011-E16D-3566-AD5A-8235F2B2D95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368810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Secure checks block unauthorized users from admin pages.</a:t>
            </a:r>
            <a:endParaRPr dirty="0"/>
          </a:p>
        </p:txBody>
      </p: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2B1D8C59-0FEA-3EA5-2E3A-96B67E7BC566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1B3B14AE-D7DB-AAB5-34EE-B2145312E28E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081AA600-345E-88D5-E8F2-18AAAA2C84AA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C70DD770-1B30-62CA-A931-64E53536A55E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7C0077C5-80D3-0DA5-B11D-491AD5C417F9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F8971EDD-2523-DBB1-857F-2FCB9381CBB5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C5127AA9-64D1-9AB2-4D67-5C0A8CD35413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236D5D59-BDF9-4160-5BD1-8F872826E7B1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A8E0D77E-B472-C6FC-B91A-55099EA16762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C635D994-6D05-B53B-F46B-3A0555F55DAF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72327342-1049-2FB4-6B4B-8D3502585ABE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CE931E13-6AA3-5C49-CB09-14A5DA135875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022DF4ED-34DB-6329-2C14-8CD408E53207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6C45B286-8C9D-ECB7-DD95-7C5FBFAE4BD0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A9648CE5-225A-66C8-6CBE-2B7A0F802244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166FE167-E0B0-6DDF-0A76-EADEDC5BB332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4C133E6C-AAE5-AB28-0C56-5C03C9130574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3098492A-2E5B-27E0-A0D5-8D005601BBD2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9C265BA9-9F30-8954-5C2A-A7B4D9192E17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9B58799E-050E-D6E2-1BC4-A3A0A02756BF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C711C5B6-DDEF-5BA6-0DE7-291030B0D7EA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FE3C8604-F534-94DF-1523-94E2BF50D83E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8B4A14E8-57A4-3896-98D4-F5973148DDF5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D6E54964-CD6E-650A-2471-5BAC231D7CB7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DE357B9E-617D-C6B0-C0FB-03DA0BEE4C74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3311DE46-99B6-2E31-5653-55F80C3A3EAF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53EAE4BC-B3F8-39F5-3353-3B31C84A1F5E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83C94CD3-E304-DEE2-6AF4-BA1D7A3FABF1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49">
            <a:extLst>
              <a:ext uri="{FF2B5EF4-FFF2-40B4-BE49-F238E27FC236}">
                <a16:creationId xmlns:a16="http://schemas.microsoft.com/office/drawing/2014/main" id="{1BD2431A-5ACC-FD07-56D1-6ECAAC7D9884}"/>
              </a:ext>
            </a:extLst>
          </p:cNvPr>
          <p:cNvGrpSpPr/>
          <p:nvPr/>
        </p:nvGrpSpPr>
        <p:grpSpPr>
          <a:xfrm>
            <a:off x="1810686" y="3255031"/>
            <a:ext cx="386787" cy="378534"/>
            <a:chOff x="2622834" y="2125467"/>
            <a:chExt cx="333927" cy="326801"/>
          </a:xfrm>
        </p:grpSpPr>
        <p:sp>
          <p:nvSpPr>
            <p:cNvPr id="1428" name="Google Shape;1428;p49">
              <a:extLst>
                <a:ext uri="{FF2B5EF4-FFF2-40B4-BE49-F238E27FC236}">
                  <a16:creationId xmlns:a16="http://schemas.microsoft.com/office/drawing/2014/main" id="{F06AB41D-93CC-F3AD-7375-5AEBA252F9DE}"/>
                </a:ext>
              </a:extLst>
            </p:cNvPr>
            <p:cNvSpPr/>
            <p:nvPr/>
          </p:nvSpPr>
          <p:spPr>
            <a:xfrm>
              <a:off x="2671821" y="2286679"/>
              <a:ext cx="236572" cy="136833"/>
            </a:xfrm>
            <a:custGeom>
              <a:avLst/>
              <a:gdLst/>
              <a:ahLst/>
              <a:cxnLst/>
              <a:rect l="l" t="t" r="r" b="b"/>
              <a:pathLst>
                <a:path w="10325" h="5972" extrusionOk="0">
                  <a:moveTo>
                    <a:pt x="9445" y="880"/>
                  </a:moveTo>
                  <a:cubicBezTo>
                    <a:pt x="9418" y="3221"/>
                    <a:pt x="7510" y="5102"/>
                    <a:pt x="5169" y="5102"/>
                  </a:cubicBezTo>
                  <a:cubicBezTo>
                    <a:pt x="2815" y="5102"/>
                    <a:pt x="907" y="3221"/>
                    <a:pt x="880" y="880"/>
                  </a:cubicBezTo>
                  <a:close/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505"/>
                    <a:pt x="2070" y="5738"/>
                    <a:pt x="4750" y="5954"/>
                  </a:cubicBezTo>
                  <a:cubicBezTo>
                    <a:pt x="4890" y="5966"/>
                    <a:pt x="5030" y="5971"/>
                    <a:pt x="5169" y="5971"/>
                  </a:cubicBezTo>
                  <a:cubicBezTo>
                    <a:pt x="7663" y="5971"/>
                    <a:pt x="9834" y="4163"/>
                    <a:pt x="10257" y="1651"/>
                  </a:cubicBezTo>
                  <a:cubicBezTo>
                    <a:pt x="10297" y="1381"/>
                    <a:pt x="10324" y="1097"/>
                    <a:pt x="10324" y="826"/>
                  </a:cubicBezTo>
                  <a:lnTo>
                    <a:pt x="10324" y="433"/>
                  </a:lnTo>
                  <a:cubicBezTo>
                    <a:pt x="10324" y="190"/>
                    <a:pt x="10121" y="0"/>
                    <a:pt x="987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>
              <a:extLst>
                <a:ext uri="{FF2B5EF4-FFF2-40B4-BE49-F238E27FC236}">
                  <a16:creationId xmlns:a16="http://schemas.microsoft.com/office/drawing/2014/main" id="{2CB1AAF5-5C80-251E-E7CA-6287D448F9C5}"/>
                </a:ext>
              </a:extLst>
            </p:cNvPr>
            <p:cNvSpPr/>
            <p:nvPr/>
          </p:nvSpPr>
          <p:spPr>
            <a:xfrm>
              <a:off x="2796762" y="2306842"/>
              <a:ext cx="104504" cy="97057"/>
            </a:xfrm>
            <a:custGeom>
              <a:avLst/>
              <a:gdLst/>
              <a:ahLst/>
              <a:cxnLst/>
              <a:rect l="l" t="t" r="r" b="b"/>
              <a:pathLst>
                <a:path w="4561" h="4236" extrusionOk="0">
                  <a:moveTo>
                    <a:pt x="3992" y="0"/>
                  </a:moveTo>
                  <a:cubicBezTo>
                    <a:pt x="3965" y="2233"/>
                    <a:pt x="2219" y="4073"/>
                    <a:pt x="0" y="4222"/>
                  </a:cubicBezTo>
                  <a:cubicBezTo>
                    <a:pt x="95" y="4222"/>
                    <a:pt x="190" y="4235"/>
                    <a:pt x="284" y="4235"/>
                  </a:cubicBezTo>
                  <a:cubicBezTo>
                    <a:pt x="2625" y="4222"/>
                    <a:pt x="4533" y="2341"/>
                    <a:pt x="4560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>
              <a:extLst>
                <a:ext uri="{FF2B5EF4-FFF2-40B4-BE49-F238E27FC236}">
                  <a16:creationId xmlns:a16="http://schemas.microsoft.com/office/drawing/2014/main" id="{15FEB491-1DC7-D484-BA4D-AE9A64AABC37}"/>
                </a:ext>
              </a:extLst>
            </p:cNvPr>
            <p:cNvSpPr/>
            <p:nvPr/>
          </p:nvSpPr>
          <p:spPr>
            <a:xfrm>
              <a:off x="2671821" y="2286679"/>
              <a:ext cx="124965" cy="137063"/>
            </a:xfrm>
            <a:custGeom>
              <a:avLst/>
              <a:gdLst/>
              <a:ahLst/>
              <a:cxnLst/>
              <a:rect l="l" t="t" r="r" b="b"/>
              <a:pathLst>
                <a:path w="5454" h="5982" extrusionOk="0"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667"/>
                    <a:pt x="2314" y="5981"/>
                    <a:pt x="5169" y="5981"/>
                  </a:cubicBezTo>
                  <a:lnTo>
                    <a:pt x="5453" y="5981"/>
                  </a:lnTo>
                  <a:cubicBezTo>
                    <a:pt x="2720" y="5832"/>
                    <a:pt x="568" y="3573"/>
                    <a:pt x="568" y="826"/>
                  </a:cubicBezTo>
                  <a:lnTo>
                    <a:pt x="568" y="433"/>
                  </a:lnTo>
                  <a:cubicBezTo>
                    <a:pt x="568" y="190"/>
                    <a:pt x="771" y="0"/>
                    <a:pt x="101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>
              <a:extLst>
                <a:ext uri="{FF2B5EF4-FFF2-40B4-BE49-F238E27FC236}">
                  <a16:creationId xmlns:a16="http://schemas.microsoft.com/office/drawing/2014/main" id="{DA935BA4-086B-03F8-059F-5FF11737D8A2}"/>
                </a:ext>
              </a:extLst>
            </p:cNvPr>
            <p:cNvSpPr/>
            <p:nvPr/>
          </p:nvSpPr>
          <p:spPr>
            <a:xfrm>
              <a:off x="2716775" y="2125467"/>
              <a:ext cx="146663" cy="157523"/>
            </a:xfrm>
            <a:custGeom>
              <a:avLst/>
              <a:gdLst/>
              <a:ahLst/>
              <a:cxnLst/>
              <a:rect l="l" t="t" r="r" b="b"/>
              <a:pathLst>
                <a:path w="6401" h="6875" extrusionOk="0">
                  <a:moveTo>
                    <a:pt x="4804" y="0"/>
                  </a:moveTo>
                  <a:cubicBezTo>
                    <a:pt x="3911" y="0"/>
                    <a:pt x="3207" y="718"/>
                    <a:pt x="3207" y="1597"/>
                  </a:cubicBezTo>
                  <a:cubicBezTo>
                    <a:pt x="3166" y="745"/>
                    <a:pt x="2463" y="54"/>
                    <a:pt x="1597" y="54"/>
                  </a:cubicBezTo>
                  <a:cubicBezTo>
                    <a:pt x="744" y="54"/>
                    <a:pt x="27" y="745"/>
                    <a:pt x="0" y="1597"/>
                  </a:cubicBezTo>
                  <a:lnTo>
                    <a:pt x="0" y="6874"/>
                  </a:lnTo>
                  <a:lnTo>
                    <a:pt x="6400" y="6874"/>
                  </a:lnTo>
                  <a:lnTo>
                    <a:pt x="6400" y="1597"/>
                  </a:lnTo>
                  <a:cubicBezTo>
                    <a:pt x="6400" y="718"/>
                    <a:pt x="5683" y="0"/>
                    <a:pt x="4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>
              <a:extLst>
                <a:ext uri="{FF2B5EF4-FFF2-40B4-BE49-F238E27FC236}">
                  <a16:creationId xmlns:a16="http://schemas.microsoft.com/office/drawing/2014/main" id="{CF8783C7-6614-ACF5-7AE3-D4084867F76C}"/>
                </a:ext>
              </a:extLst>
            </p:cNvPr>
            <p:cNvSpPr/>
            <p:nvPr/>
          </p:nvSpPr>
          <p:spPr>
            <a:xfrm>
              <a:off x="2716775" y="2204217"/>
              <a:ext cx="146342" cy="56136"/>
            </a:xfrm>
            <a:custGeom>
              <a:avLst/>
              <a:gdLst/>
              <a:ahLst/>
              <a:cxnLst/>
              <a:rect l="l" t="t" r="r" b="b"/>
              <a:pathLst>
                <a:path w="638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6387" y="2449"/>
                  </a:lnTo>
                  <a:lnTo>
                    <a:pt x="638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>
              <a:extLst>
                <a:ext uri="{FF2B5EF4-FFF2-40B4-BE49-F238E27FC236}">
                  <a16:creationId xmlns:a16="http://schemas.microsoft.com/office/drawing/2014/main" id="{C72007AE-F4DD-832E-A07F-A9CD6B651F2C}"/>
                </a:ext>
              </a:extLst>
            </p:cNvPr>
            <p:cNvSpPr/>
            <p:nvPr/>
          </p:nvSpPr>
          <p:spPr>
            <a:xfrm>
              <a:off x="2716775" y="2204217"/>
              <a:ext cx="47131" cy="56136"/>
            </a:xfrm>
            <a:custGeom>
              <a:avLst/>
              <a:gdLst/>
              <a:ahLst/>
              <a:cxnLst/>
              <a:rect l="l" t="t" r="r" b="b"/>
              <a:pathLst>
                <a:path w="205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2057" y="244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>
              <a:extLst>
                <a:ext uri="{FF2B5EF4-FFF2-40B4-BE49-F238E27FC236}">
                  <a16:creationId xmlns:a16="http://schemas.microsoft.com/office/drawing/2014/main" id="{A4013311-4666-FFDF-041D-676F087F6DBE}"/>
                </a:ext>
              </a:extLst>
            </p:cNvPr>
            <p:cNvSpPr/>
            <p:nvPr/>
          </p:nvSpPr>
          <p:spPr>
            <a:xfrm>
              <a:off x="2671821" y="2286656"/>
              <a:ext cx="236869" cy="48414"/>
            </a:xfrm>
            <a:custGeom>
              <a:avLst/>
              <a:gdLst/>
              <a:ahLst/>
              <a:cxnLst/>
              <a:rect l="l" t="t" r="r" b="b"/>
              <a:pathLst>
                <a:path w="10338" h="2113" extrusionOk="0">
                  <a:moveTo>
                    <a:pt x="9901" y="1"/>
                  </a:moveTo>
                  <a:cubicBezTo>
                    <a:pt x="9893" y="1"/>
                    <a:pt x="9886" y="1"/>
                    <a:pt x="9878" y="1"/>
                  </a:cubicBezTo>
                  <a:lnTo>
                    <a:pt x="433" y="1"/>
                  </a:lnTo>
                  <a:cubicBezTo>
                    <a:pt x="190" y="1"/>
                    <a:pt x="0" y="191"/>
                    <a:pt x="0" y="434"/>
                  </a:cubicBezTo>
                  <a:lnTo>
                    <a:pt x="0" y="827"/>
                  </a:lnTo>
                  <a:cubicBezTo>
                    <a:pt x="0" y="1098"/>
                    <a:pt x="14" y="1382"/>
                    <a:pt x="68" y="1652"/>
                  </a:cubicBezTo>
                  <a:cubicBezTo>
                    <a:pt x="379" y="1855"/>
                    <a:pt x="717" y="2004"/>
                    <a:pt x="1083" y="2112"/>
                  </a:cubicBezTo>
                  <a:cubicBezTo>
                    <a:pt x="947" y="1720"/>
                    <a:pt x="880" y="1300"/>
                    <a:pt x="880" y="881"/>
                  </a:cubicBezTo>
                  <a:lnTo>
                    <a:pt x="9445" y="881"/>
                  </a:lnTo>
                  <a:cubicBezTo>
                    <a:pt x="9445" y="1300"/>
                    <a:pt x="9377" y="1720"/>
                    <a:pt x="9255" y="2112"/>
                  </a:cubicBezTo>
                  <a:cubicBezTo>
                    <a:pt x="9607" y="2004"/>
                    <a:pt x="9946" y="1855"/>
                    <a:pt x="10270" y="1652"/>
                  </a:cubicBezTo>
                  <a:cubicBezTo>
                    <a:pt x="10311" y="1382"/>
                    <a:pt x="10338" y="1098"/>
                    <a:pt x="10338" y="827"/>
                  </a:cubicBezTo>
                  <a:lnTo>
                    <a:pt x="10338" y="434"/>
                  </a:lnTo>
                  <a:lnTo>
                    <a:pt x="10324" y="434"/>
                  </a:lnTo>
                  <a:cubicBezTo>
                    <a:pt x="10324" y="199"/>
                    <a:pt x="10134" y="1"/>
                    <a:pt x="990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>
              <a:extLst>
                <a:ext uri="{FF2B5EF4-FFF2-40B4-BE49-F238E27FC236}">
                  <a16:creationId xmlns:a16="http://schemas.microsoft.com/office/drawing/2014/main" id="{BAA2D392-BD07-35D9-DF8D-AEB99699F6A0}"/>
                </a:ext>
              </a:extLst>
            </p:cNvPr>
            <p:cNvSpPr/>
            <p:nvPr/>
          </p:nvSpPr>
          <p:spPr>
            <a:xfrm>
              <a:off x="2622834" y="2194915"/>
              <a:ext cx="333927" cy="129295"/>
            </a:xfrm>
            <a:custGeom>
              <a:avLst/>
              <a:gdLst/>
              <a:ahLst/>
              <a:cxnLst/>
              <a:rect l="l" t="t" r="r" b="b"/>
              <a:pathLst>
                <a:path w="14574" h="5643" extrusionOk="0">
                  <a:moveTo>
                    <a:pt x="13531" y="41"/>
                  </a:moveTo>
                  <a:cubicBezTo>
                    <a:pt x="13534" y="41"/>
                    <a:pt x="13536" y="41"/>
                    <a:pt x="13538" y="41"/>
                  </a:cubicBezTo>
                  <a:lnTo>
                    <a:pt x="13538" y="41"/>
                  </a:lnTo>
                  <a:cubicBezTo>
                    <a:pt x="13540" y="41"/>
                    <a:pt x="13543" y="41"/>
                    <a:pt x="13545" y="41"/>
                  </a:cubicBezTo>
                  <a:close/>
                  <a:moveTo>
                    <a:pt x="1056" y="0"/>
                  </a:moveTo>
                  <a:cubicBezTo>
                    <a:pt x="474" y="0"/>
                    <a:pt x="0" y="487"/>
                    <a:pt x="27" y="1083"/>
                  </a:cubicBezTo>
                  <a:cubicBezTo>
                    <a:pt x="27" y="3600"/>
                    <a:pt x="2070" y="5643"/>
                    <a:pt x="4587" y="5643"/>
                  </a:cubicBezTo>
                  <a:lnTo>
                    <a:pt x="10000" y="5643"/>
                  </a:lnTo>
                  <a:cubicBezTo>
                    <a:pt x="12530" y="5643"/>
                    <a:pt x="14573" y="3600"/>
                    <a:pt x="14573" y="1083"/>
                  </a:cubicBezTo>
                  <a:cubicBezTo>
                    <a:pt x="14573" y="517"/>
                    <a:pt x="14117" y="45"/>
                    <a:pt x="13538" y="41"/>
                  </a:cubicBezTo>
                  <a:lnTo>
                    <a:pt x="13538" y="41"/>
                  </a:lnTo>
                  <a:cubicBezTo>
                    <a:pt x="12973" y="45"/>
                    <a:pt x="12517" y="517"/>
                    <a:pt x="12517" y="1083"/>
                  </a:cubicBezTo>
                  <a:cubicBezTo>
                    <a:pt x="12517" y="1732"/>
                    <a:pt x="11989" y="2260"/>
                    <a:pt x="11326" y="2260"/>
                  </a:cubicBezTo>
                  <a:lnTo>
                    <a:pt x="3275" y="2260"/>
                  </a:lnTo>
                  <a:cubicBezTo>
                    <a:pt x="2625" y="2260"/>
                    <a:pt x="2098" y="1732"/>
                    <a:pt x="2098" y="1083"/>
                  </a:cubicBezTo>
                  <a:cubicBezTo>
                    <a:pt x="2111" y="487"/>
                    <a:pt x="1651" y="0"/>
                    <a:pt x="1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>
              <a:extLst>
                <a:ext uri="{FF2B5EF4-FFF2-40B4-BE49-F238E27FC236}">
                  <a16:creationId xmlns:a16="http://schemas.microsoft.com/office/drawing/2014/main" id="{6346B64B-E1BA-211A-7D7E-2EF08748ADD0}"/>
                </a:ext>
              </a:extLst>
            </p:cNvPr>
            <p:cNvSpPr/>
            <p:nvPr/>
          </p:nvSpPr>
          <p:spPr>
            <a:xfrm>
              <a:off x="2761729" y="2423719"/>
              <a:ext cx="28549" cy="28549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866" y="0"/>
                  </a:moveTo>
                  <a:cubicBezTo>
                    <a:pt x="393" y="0"/>
                    <a:pt x="0" y="393"/>
                    <a:pt x="0" y="880"/>
                  </a:cubicBezTo>
                  <a:lnTo>
                    <a:pt x="0" y="1245"/>
                  </a:lnTo>
                  <a:lnTo>
                    <a:pt x="366" y="1245"/>
                  </a:lnTo>
                  <a:cubicBezTo>
                    <a:pt x="853" y="1245"/>
                    <a:pt x="1231" y="853"/>
                    <a:pt x="1245" y="366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>
              <a:extLst>
                <a:ext uri="{FF2B5EF4-FFF2-40B4-BE49-F238E27FC236}">
                  <a16:creationId xmlns:a16="http://schemas.microsoft.com/office/drawing/2014/main" id="{0DFC6E5D-64BA-050F-42C9-C0C135DE1A21}"/>
                </a:ext>
              </a:extLst>
            </p:cNvPr>
            <p:cNvSpPr/>
            <p:nvPr/>
          </p:nvSpPr>
          <p:spPr>
            <a:xfrm>
              <a:off x="2790255" y="2423719"/>
              <a:ext cx="28228" cy="28549"/>
            </a:xfrm>
            <a:custGeom>
              <a:avLst/>
              <a:gdLst/>
              <a:ahLst/>
              <a:cxnLst/>
              <a:rect l="l" t="t" r="r" b="b"/>
              <a:pathLst>
                <a:path w="1232" h="1246" extrusionOk="0">
                  <a:moveTo>
                    <a:pt x="0" y="0"/>
                  </a:moveTo>
                  <a:lnTo>
                    <a:pt x="0" y="366"/>
                  </a:lnTo>
                  <a:cubicBezTo>
                    <a:pt x="0" y="853"/>
                    <a:pt x="379" y="1245"/>
                    <a:pt x="866" y="1245"/>
                  </a:cubicBezTo>
                  <a:lnTo>
                    <a:pt x="1231" y="1245"/>
                  </a:lnTo>
                  <a:lnTo>
                    <a:pt x="1231" y="880"/>
                  </a:lnTo>
                  <a:cubicBezTo>
                    <a:pt x="1231" y="393"/>
                    <a:pt x="839" y="0"/>
                    <a:pt x="36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615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" grpId="0" build="p"/>
      <p:bldP spid="138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>
          <a:extLst>
            <a:ext uri="{FF2B5EF4-FFF2-40B4-BE49-F238E27FC236}">
              <a16:creationId xmlns:a16="http://schemas.microsoft.com/office/drawing/2014/main" id="{320A6EB0-7757-976F-5685-4908606A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9">
            <a:extLst>
              <a:ext uri="{FF2B5EF4-FFF2-40B4-BE49-F238E27FC236}">
                <a16:creationId xmlns:a16="http://schemas.microsoft.com/office/drawing/2014/main" id="{A540AF25-18F0-047E-42A5-35219DE79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User Roles &amp; Access Control</a:t>
            </a:r>
          </a:p>
        </p:txBody>
      </p:sp>
      <p:sp>
        <p:nvSpPr>
          <p:cNvPr id="1383" name="Google Shape;1383;p49">
            <a:extLst>
              <a:ext uri="{FF2B5EF4-FFF2-40B4-BE49-F238E27FC236}">
                <a16:creationId xmlns:a16="http://schemas.microsoft.com/office/drawing/2014/main" id="{5CD264B7-856D-23C9-3A13-22C53882414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368810" y="32550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Route Guards</a:t>
            </a:r>
            <a:endParaRPr sz="2000" dirty="0"/>
          </a:p>
        </p:txBody>
      </p:sp>
      <p:sp>
        <p:nvSpPr>
          <p:cNvPr id="1384" name="Google Shape;1384;p49">
            <a:extLst>
              <a:ext uri="{FF2B5EF4-FFF2-40B4-BE49-F238E27FC236}">
                <a16:creationId xmlns:a16="http://schemas.microsoft.com/office/drawing/2014/main" id="{BBAAE8C7-36E6-2B67-243D-1E475761120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8809" y="1821675"/>
            <a:ext cx="214747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dirty="0"/>
              <a:t>Two-Tier System</a:t>
            </a:r>
            <a:endParaRPr sz="2000" dirty="0"/>
          </a:p>
        </p:txBody>
      </p:sp>
      <p:sp>
        <p:nvSpPr>
          <p:cNvPr id="1385" name="Google Shape;1385;p49">
            <a:extLst>
              <a:ext uri="{FF2B5EF4-FFF2-40B4-BE49-F238E27FC236}">
                <a16:creationId xmlns:a16="http://schemas.microsoft.com/office/drawing/2014/main" id="{7240C959-3BB4-99E8-AF69-5DF25F9B41E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357262" y="18216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Safe Default</a:t>
            </a:r>
            <a:endParaRPr sz="2000" dirty="0"/>
          </a:p>
        </p:txBody>
      </p:sp>
      <p:sp>
        <p:nvSpPr>
          <p:cNvPr id="1386" name="Google Shape;1386;p49">
            <a:extLst>
              <a:ext uri="{FF2B5EF4-FFF2-40B4-BE49-F238E27FC236}">
                <a16:creationId xmlns:a16="http://schemas.microsoft.com/office/drawing/2014/main" id="{5912FFCE-FF8B-D8DD-ED43-010E82946E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68810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Accounts are split into regular and administrative users.</a:t>
            </a:r>
            <a:endParaRPr dirty="0"/>
          </a:p>
        </p:txBody>
      </p:sp>
      <p:sp>
        <p:nvSpPr>
          <p:cNvPr id="1387" name="Google Shape;1387;p49">
            <a:extLst>
              <a:ext uri="{FF2B5EF4-FFF2-40B4-BE49-F238E27FC236}">
                <a16:creationId xmlns:a16="http://schemas.microsoft.com/office/drawing/2014/main" id="{770F8C06-8629-B96C-3997-7E92D998C5E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726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New signups automatically receive regular access rights.</a:t>
            </a:r>
            <a:endParaRPr dirty="0"/>
          </a:p>
        </p:txBody>
      </p:sp>
      <p:sp>
        <p:nvSpPr>
          <p:cNvPr id="1388" name="Google Shape;1388;p49">
            <a:extLst>
              <a:ext uri="{FF2B5EF4-FFF2-40B4-BE49-F238E27FC236}">
                <a16:creationId xmlns:a16="http://schemas.microsoft.com/office/drawing/2014/main" id="{72AF41CD-C61A-846F-5F6C-3023D41FBC8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368810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Secure checks block unauthorized users from admin pages.</a:t>
            </a:r>
            <a:endParaRPr dirty="0"/>
          </a:p>
        </p:txBody>
      </p:sp>
      <p:sp>
        <p:nvSpPr>
          <p:cNvPr id="1389" name="Google Shape;1389;p49">
            <a:extLst>
              <a:ext uri="{FF2B5EF4-FFF2-40B4-BE49-F238E27FC236}">
                <a16:creationId xmlns:a16="http://schemas.microsoft.com/office/drawing/2014/main" id="{16931DCF-3717-E1D6-A514-36AC4664A7F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57264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Administrators can edit listings and delete user accounts.</a:t>
            </a:r>
            <a:endParaRPr dirty="0"/>
          </a:p>
        </p:txBody>
      </p:sp>
      <p:sp>
        <p:nvSpPr>
          <p:cNvPr id="1390" name="Google Shape;1390;p49">
            <a:extLst>
              <a:ext uri="{FF2B5EF4-FFF2-40B4-BE49-F238E27FC236}">
                <a16:creationId xmlns:a16="http://schemas.microsoft.com/office/drawing/2014/main" id="{F36B739D-D769-D2FE-34B0-D49AFA217BD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357262" y="3255025"/>
            <a:ext cx="2262738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Full Moderation</a:t>
            </a:r>
            <a:endParaRPr sz="2000" dirty="0"/>
          </a:p>
        </p:txBody>
      </p:sp>
      <p:grpSp>
        <p:nvGrpSpPr>
          <p:cNvPr id="1391" name="Google Shape;1391;p49">
            <a:extLst>
              <a:ext uri="{FF2B5EF4-FFF2-40B4-BE49-F238E27FC236}">
                <a16:creationId xmlns:a16="http://schemas.microsoft.com/office/drawing/2014/main" id="{A99F0E9E-FC01-AF53-92E9-9E3FE5CF0B7D}"/>
              </a:ext>
            </a:extLst>
          </p:cNvPr>
          <p:cNvGrpSpPr/>
          <p:nvPr/>
        </p:nvGrpSpPr>
        <p:grpSpPr>
          <a:xfrm>
            <a:off x="4769414" y="3265687"/>
            <a:ext cx="386442" cy="386798"/>
            <a:chOff x="6844473" y="3440751"/>
            <a:chExt cx="333629" cy="333936"/>
          </a:xfrm>
        </p:grpSpPr>
        <p:sp>
          <p:nvSpPr>
            <p:cNvPr id="1392" name="Google Shape;1392;p49">
              <a:extLst>
                <a:ext uri="{FF2B5EF4-FFF2-40B4-BE49-F238E27FC236}">
                  <a16:creationId xmlns:a16="http://schemas.microsoft.com/office/drawing/2014/main" id="{BE4C1C27-1DA3-9E52-102F-466BFB191564}"/>
                </a:ext>
              </a:extLst>
            </p:cNvPr>
            <p:cNvSpPr/>
            <p:nvPr/>
          </p:nvSpPr>
          <p:spPr>
            <a:xfrm>
              <a:off x="6919193" y="3440751"/>
              <a:ext cx="184194" cy="309433"/>
            </a:xfrm>
            <a:custGeom>
              <a:avLst/>
              <a:gdLst/>
              <a:ahLst/>
              <a:cxnLst/>
              <a:rect l="l" t="t" r="r" b="b"/>
              <a:pathLst>
                <a:path w="8039" h="13505" extrusionOk="0">
                  <a:moveTo>
                    <a:pt x="4020" y="1"/>
                  </a:moveTo>
                  <a:lnTo>
                    <a:pt x="1773" y="6225"/>
                  </a:lnTo>
                  <a:lnTo>
                    <a:pt x="1800" y="7632"/>
                  </a:lnTo>
                  <a:lnTo>
                    <a:pt x="664" y="9337"/>
                  </a:lnTo>
                  <a:lnTo>
                    <a:pt x="204" y="10609"/>
                  </a:lnTo>
                  <a:lnTo>
                    <a:pt x="1" y="11191"/>
                  </a:lnTo>
                  <a:lnTo>
                    <a:pt x="2179" y="12436"/>
                  </a:lnTo>
                  <a:lnTo>
                    <a:pt x="4020" y="13505"/>
                  </a:lnTo>
                  <a:lnTo>
                    <a:pt x="8038" y="11191"/>
                  </a:lnTo>
                  <a:lnTo>
                    <a:pt x="7835" y="10596"/>
                  </a:lnTo>
                  <a:lnTo>
                    <a:pt x="7795" y="10460"/>
                  </a:lnTo>
                  <a:lnTo>
                    <a:pt x="7687" y="10406"/>
                  </a:lnTo>
                  <a:lnTo>
                    <a:pt x="6942" y="8999"/>
                  </a:lnTo>
                  <a:lnTo>
                    <a:pt x="6672" y="7362"/>
                  </a:lnTo>
                  <a:lnTo>
                    <a:pt x="6103" y="5792"/>
                  </a:lnTo>
                  <a:lnTo>
                    <a:pt x="4994" y="4304"/>
                  </a:lnTo>
                  <a:lnTo>
                    <a:pt x="4994" y="2707"/>
                  </a:lnTo>
                  <a:lnTo>
                    <a:pt x="4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>
              <a:extLst>
                <a:ext uri="{FF2B5EF4-FFF2-40B4-BE49-F238E27FC236}">
                  <a16:creationId xmlns:a16="http://schemas.microsoft.com/office/drawing/2014/main" id="{E788800C-F33E-F490-3E74-E2F9C5F73ACC}"/>
                </a:ext>
              </a:extLst>
            </p:cNvPr>
            <p:cNvSpPr/>
            <p:nvPr/>
          </p:nvSpPr>
          <p:spPr>
            <a:xfrm>
              <a:off x="6919193" y="3683841"/>
              <a:ext cx="184194" cy="66355"/>
            </a:xfrm>
            <a:custGeom>
              <a:avLst/>
              <a:gdLst/>
              <a:ahLst/>
              <a:cxnLst/>
              <a:rect l="l" t="t" r="r" b="b"/>
              <a:pathLst>
                <a:path w="8039" h="2896" extrusionOk="0">
                  <a:moveTo>
                    <a:pt x="204" y="0"/>
                  </a:moveTo>
                  <a:lnTo>
                    <a:pt x="1" y="582"/>
                  </a:lnTo>
                  <a:lnTo>
                    <a:pt x="4020" y="2896"/>
                  </a:lnTo>
                  <a:lnTo>
                    <a:pt x="8038" y="582"/>
                  </a:lnTo>
                  <a:lnTo>
                    <a:pt x="7835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>
              <a:extLst>
                <a:ext uri="{FF2B5EF4-FFF2-40B4-BE49-F238E27FC236}">
                  <a16:creationId xmlns:a16="http://schemas.microsoft.com/office/drawing/2014/main" id="{50D5E0D4-470B-4544-1BAC-CE46426108EA}"/>
                </a:ext>
              </a:extLst>
            </p:cNvPr>
            <p:cNvSpPr/>
            <p:nvPr/>
          </p:nvSpPr>
          <p:spPr>
            <a:xfrm>
              <a:off x="6844473" y="3646011"/>
              <a:ext cx="333629" cy="128677"/>
            </a:xfrm>
            <a:custGeom>
              <a:avLst/>
              <a:gdLst/>
              <a:ahLst/>
              <a:cxnLst/>
              <a:rect l="l" t="t" r="r" b="b"/>
              <a:pathLst>
                <a:path w="14561" h="5616" extrusionOk="0">
                  <a:moveTo>
                    <a:pt x="13518" y="1"/>
                  </a:moveTo>
                  <a:cubicBezTo>
                    <a:pt x="13521" y="1"/>
                    <a:pt x="13523" y="1"/>
                    <a:pt x="13525" y="1"/>
                  </a:cubicBezTo>
                  <a:lnTo>
                    <a:pt x="13525" y="1"/>
                  </a:lnTo>
                  <a:cubicBezTo>
                    <a:pt x="13527" y="1"/>
                    <a:pt x="13530" y="1"/>
                    <a:pt x="13532" y="1"/>
                  </a:cubicBezTo>
                  <a:close/>
                  <a:moveTo>
                    <a:pt x="1043" y="1"/>
                  </a:moveTo>
                  <a:cubicBezTo>
                    <a:pt x="461" y="1"/>
                    <a:pt x="1" y="461"/>
                    <a:pt x="1" y="1042"/>
                  </a:cubicBezTo>
                  <a:cubicBezTo>
                    <a:pt x="1" y="3559"/>
                    <a:pt x="2044" y="5616"/>
                    <a:pt x="4574" y="5616"/>
                  </a:cubicBezTo>
                  <a:lnTo>
                    <a:pt x="9987" y="5616"/>
                  </a:lnTo>
                  <a:cubicBezTo>
                    <a:pt x="12504" y="5616"/>
                    <a:pt x="14560" y="3573"/>
                    <a:pt x="14560" y="1042"/>
                  </a:cubicBezTo>
                  <a:cubicBezTo>
                    <a:pt x="14560" y="463"/>
                    <a:pt x="14090" y="4"/>
                    <a:pt x="13525" y="1"/>
                  </a:cubicBezTo>
                  <a:lnTo>
                    <a:pt x="13525" y="1"/>
                  </a:lnTo>
                  <a:cubicBezTo>
                    <a:pt x="12947" y="4"/>
                    <a:pt x="12490" y="463"/>
                    <a:pt x="12490" y="1042"/>
                  </a:cubicBezTo>
                  <a:cubicBezTo>
                    <a:pt x="12490" y="1692"/>
                    <a:pt x="11962" y="2220"/>
                    <a:pt x="11313" y="2220"/>
                  </a:cubicBezTo>
                  <a:lnTo>
                    <a:pt x="3262" y="2220"/>
                  </a:lnTo>
                  <a:cubicBezTo>
                    <a:pt x="2599" y="2220"/>
                    <a:pt x="2071" y="1692"/>
                    <a:pt x="2071" y="1042"/>
                  </a:cubicBezTo>
                  <a:cubicBezTo>
                    <a:pt x="2071" y="461"/>
                    <a:pt x="1611" y="1"/>
                    <a:pt x="10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>
              <a:extLst>
                <a:ext uri="{FF2B5EF4-FFF2-40B4-BE49-F238E27FC236}">
                  <a16:creationId xmlns:a16="http://schemas.microsoft.com/office/drawing/2014/main" id="{9982170A-056A-C4FD-5B48-1D03496D440D}"/>
                </a:ext>
              </a:extLst>
            </p:cNvPr>
            <p:cNvSpPr/>
            <p:nvPr/>
          </p:nvSpPr>
          <p:spPr>
            <a:xfrm>
              <a:off x="7035777" y="3609418"/>
              <a:ext cx="61726" cy="71693"/>
            </a:xfrm>
            <a:custGeom>
              <a:avLst/>
              <a:gdLst/>
              <a:ahLst/>
              <a:cxnLst/>
              <a:rect l="l" t="t" r="r" b="b"/>
              <a:pathLst>
                <a:path w="2694" h="3129" extrusionOk="0">
                  <a:moveTo>
                    <a:pt x="1570" y="1"/>
                  </a:moveTo>
                  <a:cubicBezTo>
                    <a:pt x="1543" y="14"/>
                    <a:pt x="1543" y="41"/>
                    <a:pt x="1530" y="55"/>
                  </a:cubicBezTo>
                  <a:lnTo>
                    <a:pt x="1191" y="745"/>
                  </a:lnTo>
                  <a:cubicBezTo>
                    <a:pt x="1164" y="799"/>
                    <a:pt x="1097" y="853"/>
                    <a:pt x="1015" y="867"/>
                  </a:cubicBezTo>
                  <a:lnTo>
                    <a:pt x="271" y="975"/>
                  </a:lnTo>
                  <a:cubicBezTo>
                    <a:pt x="82" y="1002"/>
                    <a:pt x="1" y="1232"/>
                    <a:pt x="136" y="1368"/>
                  </a:cubicBezTo>
                  <a:lnTo>
                    <a:pt x="691" y="1895"/>
                  </a:lnTo>
                  <a:cubicBezTo>
                    <a:pt x="745" y="1949"/>
                    <a:pt x="772" y="2031"/>
                    <a:pt x="758" y="2098"/>
                  </a:cubicBezTo>
                  <a:lnTo>
                    <a:pt x="623" y="2856"/>
                  </a:lnTo>
                  <a:cubicBezTo>
                    <a:pt x="591" y="3005"/>
                    <a:pt x="710" y="3129"/>
                    <a:pt x="848" y="3129"/>
                  </a:cubicBezTo>
                  <a:cubicBezTo>
                    <a:pt x="885" y="3129"/>
                    <a:pt x="924" y="3120"/>
                    <a:pt x="961" y="3099"/>
                  </a:cubicBezTo>
                  <a:lnTo>
                    <a:pt x="1638" y="2734"/>
                  </a:lnTo>
                  <a:cubicBezTo>
                    <a:pt x="1672" y="2721"/>
                    <a:pt x="1709" y="2714"/>
                    <a:pt x="1746" y="2714"/>
                  </a:cubicBezTo>
                  <a:cubicBezTo>
                    <a:pt x="1783" y="2714"/>
                    <a:pt x="1820" y="2721"/>
                    <a:pt x="1854" y="2734"/>
                  </a:cubicBezTo>
                  <a:lnTo>
                    <a:pt x="2531" y="3099"/>
                  </a:lnTo>
                  <a:cubicBezTo>
                    <a:pt x="2563" y="3115"/>
                    <a:pt x="2594" y="3122"/>
                    <a:pt x="2626" y="3122"/>
                  </a:cubicBezTo>
                  <a:cubicBezTo>
                    <a:pt x="2648" y="3122"/>
                    <a:pt x="2671" y="3119"/>
                    <a:pt x="2693" y="3113"/>
                  </a:cubicBezTo>
                  <a:lnTo>
                    <a:pt x="1570" y="1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>
              <a:extLst>
                <a:ext uri="{FF2B5EF4-FFF2-40B4-BE49-F238E27FC236}">
                  <a16:creationId xmlns:a16="http://schemas.microsoft.com/office/drawing/2014/main" id="{C9C6D08A-160C-3096-C7A8-4240D0826299}"/>
                </a:ext>
              </a:extLst>
            </p:cNvPr>
            <p:cNvSpPr/>
            <p:nvPr/>
          </p:nvSpPr>
          <p:spPr>
            <a:xfrm>
              <a:off x="6934385" y="3583388"/>
              <a:ext cx="61726" cy="71762"/>
            </a:xfrm>
            <a:custGeom>
              <a:avLst/>
              <a:gdLst/>
              <a:ahLst/>
              <a:cxnLst/>
              <a:rect l="l" t="t" r="r" b="b"/>
              <a:pathLst>
                <a:path w="2694" h="3132" extrusionOk="0">
                  <a:moveTo>
                    <a:pt x="1124" y="0"/>
                  </a:moveTo>
                  <a:lnTo>
                    <a:pt x="1" y="3112"/>
                  </a:lnTo>
                  <a:cubicBezTo>
                    <a:pt x="25" y="3125"/>
                    <a:pt x="52" y="3131"/>
                    <a:pt x="80" y="3131"/>
                  </a:cubicBezTo>
                  <a:cubicBezTo>
                    <a:pt x="113" y="3131"/>
                    <a:pt x="147" y="3121"/>
                    <a:pt x="177" y="3099"/>
                  </a:cubicBezTo>
                  <a:lnTo>
                    <a:pt x="853" y="2747"/>
                  </a:lnTo>
                  <a:cubicBezTo>
                    <a:pt x="887" y="2734"/>
                    <a:pt x="924" y="2727"/>
                    <a:pt x="962" y="2727"/>
                  </a:cubicBezTo>
                  <a:cubicBezTo>
                    <a:pt x="999" y="2727"/>
                    <a:pt x="1036" y="2734"/>
                    <a:pt x="1070" y="2747"/>
                  </a:cubicBezTo>
                  <a:lnTo>
                    <a:pt x="1746" y="3099"/>
                  </a:lnTo>
                  <a:cubicBezTo>
                    <a:pt x="1780" y="3119"/>
                    <a:pt x="1821" y="3129"/>
                    <a:pt x="1861" y="3129"/>
                  </a:cubicBezTo>
                  <a:cubicBezTo>
                    <a:pt x="1902" y="3129"/>
                    <a:pt x="1943" y="3119"/>
                    <a:pt x="1976" y="3099"/>
                  </a:cubicBezTo>
                  <a:cubicBezTo>
                    <a:pt x="2058" y="3045"/>
                    <a:pt x="2098" y="2950"/>
                    <a:pt x="2085" y="2869"/>
                  </a:cubicBezTo>
                  <a:lnTo>
                    <a:pt x="2044" y="2652"/>
                  </a:lnTo>
                  <a:lnTo>
                    <a:pt x="1949" y="2111"/>
                  </a:lnTo>
                  <a:cubicBezTo>
                    <a:pt x="1936" y="2030"/>
                    <a:pt x="1963" y="1962"/>
                    <a:pt x="2017" y="1908"/>
                  </a:cubicBezTo>
                  <a:lnTo>
                    <a:pt x="2179" y="1759"/>
                  </a:lnTo>
                  <a:lnTo>
                    <a:pt x="2558" y="1380"/>
                  </a:lnTo>
                  <a:lnTo>
                    <a:pt x="2558" y="1367"/>
                  </a:lnTo>
                  <a:cubicBezTo>
                    <a:pt x="2694" y="1232"/>
                    <a:pt x="2612" y="1002"/>
                    <a:pt x="2436" y="975"/>
                  </a:cubicBezTo>
                  <a:lnTo>
                    <a:pt x="2288" y="961"/>
                  </a:lnTo>
                  <a:lnTo>
                    <a:pt x="1679" y="866"/>
                  </a:lnTo>
                  <a:cubicBezTo>
                    <a:pt x="1598" y="853"/>
                    <a:pt x="1543" y="812"/>
                    <a:pt x="1503" y="744"/>
                  </a:cubicBezTo>
                  <a:lnTo>
                    <a:pt x="1165" y="68"/>
                  </a:lnTo>
                  <a:cubicBezTo>
                    <a:pt x="1151" y="41"/>
                    <a:pt x="1137" y="14"/>
                    <a:pt x="1124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>
              <a:extLst>
                <a:ext uri="{FF2B5EF4-FFF2-40B4-BE49-F238E27FC236}">
                  <a16:creationId xmlns:a16="http://schemas.microsoft.com/office/drawing/2014/main" id="{4768A25F-9FF4-9E81-D37C-396AEE422358}"/>
                </a:ext>
              </a:extLst>
            </p:cNvPr>
            <p:cNvSpPr/>
            <p:nvPr/>
          </p:nvSpPr>
          <p:spPr>
            <a:xfrm>
              <a:off x="6934385" y="3583388"/>
              <a:ext cx="52424" cy="71762"/>
            </a:xfrm>
            <a:custGeom>
              <a:avLst/>
              <a:gdLst/>
              <a:ahLst/>
              <a:cxnLst/>
              <a:rect l="l" t="t" r="r" b="b"/>
              <a:pathLst>
                <a:path w="2288" h="3132" extrusionOk="0">
                  <a:moveTo>
                    <a:pt x="1124" y="0"/>
                  </a:moveTo>
                  <a:lnTo>
                    <a:pt x="1" y="3112"/>
                  </a:lnTo>
                  <a:cubicBezTo>
                    <a:pt x="25" y="3125"/>
                    <a:pt x="52" y="3131"/>
                    <a:pt x="80" y="3131"/>
                  </a:cubicBezTo>
                  <a:cubicBezTo>
                    <a:pt x="113" y="3131"/>
                    <a:pt x="147" y="3121"/>
                    <a:pt x="177" y="3099"/>
                  </a:cubicBezTo>
                  <a:lnTo>
                    <a:pt x="853" y="2747"/>
                  </a:lnTo>
                  <a:cubicBezTo>
                    <a:pt x="887" y="2734"/>
                    <a:pt x="924" y="2727"/>
                    <a:pt x="962" y="2727"/>
                  </a:cubicBezTo>
                  <a:cubicBezTo>
                    <a:pt x="999" y="2727"/>
                    <a:pt x="1036" y="2734"/>
                    <a:pt x="1070" y="2747"/>
                  </a:cubicBezTo>
                  <a:lnTo>
                    <a:pt x="1746" y="3099"/>
                  </a:lnTo>
                  <a:cubicBezTo>
                    <a:pt x="1780" y="3119"/>
                    <a:pt x="1821" y="3129"/>
                    <a:pt x="1861" y="3129"/>
                  </a:cubicBezTo>
                  <a:cubicBezTo>
                    <a:pt x="1902" y="3129"/>
                    <a:pt x="1943" y="3119"/>
                    <a:pt x="1976" y="3099"/>
                  </a:cubicBezTo>
                  <a:lnTo>
                    <a:pt x="2044" y="2652"/>
                  </a:lnTo>
                  <a:lnTo>
                    <a:pt x="1949" y="2111"/>
                  </a:lnTo>
                  <a:cubicBezTo>
                    <a:pt x="1936" y="2030"/>
                    <a:pt x="1963" y="1962"/>
                    <a:pt x="2017" y="1908"/>
                  </a:cubicBezTo>
                  <a:lnTo>
                    <a:pt x="2166" y="1746"/>
                  </a:lnTo>
                  <a:lnTo>
                    <a:pt x="2288" y="961"/>
                  </a:lnTo>
                  <a:lnTo>
                    <a:pt x="1679" y="866"/>
                  </a:lnTo>
                  <a:cubicBezTo>
                    <a:pt x="1598" y="853"/>
                    <a:pt x="1543" y="812"/>
                    <a:pt x="1503" y="744"/>
                  </a:cubicBezTo>
                  <a:lnTo>
                    <a:pt x="1165" y="68"/>
                  </a:lnTo>
                  <a:cubicBezTo>
                    <a:pt x="1151" y="41"/>
                    <a:pt x="1137" y="14"/>
                    <a:pt x="1124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>
              <a:extLst>
                <a:ext uri="{FF2B5EF4-FFF2-40B4-BE49-F238E27FC236}">
                  <a16:creationId xmlns:a16="http://schemas.microsoft.com/office/drawing/2014/main" id="{F807EDC5-BAA5-92A3-3234-7DD6C0D9A946}"/>
                </a:ext>
              </a:extLst>
            </p:cNvPr>
            <p:cNvSpPr/>
            <p:nvPr/>
          </p:nvSpPr>
          <p:spPr>
            <a:xfrm>
              <a:off x="6994235" y="3503397"/>
              <a:ext cx="64819" cy="73091"/>
            </a:xfrm>
            <a:custGeom>
              <a:avLst/>
              <a:gdLst/>
              <a:ahLst/>
              <a:cxnLst/>
              <a:rect l="l" t="t" r="r" b="b"/>
              <a:pathLst>
                <a:path w="2829" h="3190" extrusionOk="0">
                  <a:moveTo>
                    <a:pt x="1705" y="0"/>
                  </a:moveTo>
                  <a:cubicBezTo>
                    <a:pt x="1624" y="0"/>
                    <a:pt x="1556" y="54"/>
                    <a:pt x="1529" y="122"/>
                  </a:cubicBezTo>
                  <a:lnTo>
                    <a:pt x="1191" y="799"/>
                  </a:lnTo>
                  <a:cubicBezTo>
                    <a:pt x="1151" y="866"/>
                    <a:pt x="1083" y="920"/>
                    <a:pt x="1015" y="934"/>
                  </a:cubicBezTo>
                  <a:lnTo>
                    <a:pt x="257" y="1042"/>
                  </a:lnTo>
                  <a:cubicBezTo>
                    <a:pt x="68" y="1069"/>
                    <a:pt x="0" y="1299"/>
                    <a:pt x="136" y="1435"/>
                  </a:cubicBezTo>
                  <a:lnTo>
                    <a:pt x="677" y="1962"/>
                  </a:lnTo>
                  <a:cubicBezTo>
                    <a:pt x="731" y="2016"/>
                    <a:pt x="758" y="2084"/>
                    <a:pt x="745" y="2165"/>
                  </a:cubicBezTo>
                  <a:lnTo>
                    <a:pt x="623" y="2923"/>
                  </a:lnTo>
                  <a:cubicBezTo>
                    <a:pt x="592" y="3068"/>
                    <a:pt x="704" y="3190"/>
                    <a:pt x="837" y="3190"/>
                  </a:cubicBezTo>
                  <a:cubicBezTo>
                    <a:pt x="877" y="3190"/>
                    <a:pt x="920" y="3178"/>
                    <a:pt x="961" y="3153"/>
                  </a:cubicBezTo>
                  <a:lnTo>
                    <a:pt x="1638" y="2801"/>
                  </a:lnTo>
                  <a:cubicBezTo>
                    <a:pt x="1671" y="2788"/>
                    <a:pt x="1705" y="2781"/>
                    <a:pt x="1739" y="2781"/>
                  </a:cubicBezTo>
                  <a:cubicBezTo>
                    <a:pt x="1773" y="2781"/>
                    <a:pt x="1807" y="2788"/>
                    <a:pt x="1841" y="2801"/>
                  </a:cubicBezTo>
                  <a:lnTo>
                    <a:pt x="2517" y="3153"/>
                  </a:lnTo>
                  <a:cubicBezTo>
                    <a:pt x="2553" y="3176"/>
                    <a:pt x="2592" y="3186"/>
                    <a:pt x="2631" y="3186"/>
                  </a:cubicBezTo>
                  <a:cubicBezTo>
                    <a:pt x="2708" y="3186"/>
                    <a:pt x="2783" y="3144"/>
                    <a:pt x="2828" y="3072"/>
                  </a:cubicBezTo>
                  <a:lnTo>
                    <a:pt x="1705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" name="Google Shape;1399;p49">
            <a:extLst>
              <a:ext uri="{FF2B5EF4-FFF2-40B4-BE49-F238E27FC236}">
                <a16:creationId xmlns:a16="http://schemas.microsoft.com/office/drawing/2014/main" id="{57AC78F8-B1D8-82EC-CB8F-6104655217F0}"/>
              </a:ext>
            </a:extLst>
          </p:cNvPr>
          <p:cNvGrpSpPr/>
          <p:nvPr/>
        </p:nvGrpSpPr>
        <p:grpSpPr>
          <a:xfrm>
            <a:off x="4767078" y="1846842"/>
            <a:ext cx="391113" cy="388566"/>
            <a:chOff x="4675542" y="2735444"/>
            <a:chExt cx="337662" cy="335462"/>
          </a:xfrm>
        </p:grpSpPr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4E07AB9E-611F-7204-CE23-49C456E9FF62}"/>
                </a:ext>
              </a:extLst>
            </p:cNvPr>
            <p:cNvSpPr/>
            <p:nvPr/>
          </p:nvSpPr>
          <p:spPr>
            <a:xfrm>
              <a:off x="4958923" y="3008400"/>
              <a:ext cx="54280" cy="25822"/>
            </a:xfrm>
            <a:custGeom>
              <a:avLst/>
              <a:gdLst/>
              <a:ahLst/>
              <a:cxnLst/>
              <a:rect l="l" t="t" r="r" b="b"/>
              <a:pathLst>
                <a:path w="2369" h="1127" extrusionOk="0">
                  <a:moveTo>
                    <a:pt x="1635" y="1"/>
                  </a:moveTo>
                  <a:cubicBezTo>
                    <a:pt x="1622" y="1"/>
                    <a:pt x="1610" y="1"/>
                    <a:pt x="1597" y="2"/>
                  </a:cubicBezTo>
                  <a:lnTo>
                    <a:pt x="0" y="2"/>
                  </a:lnTo>
                  <a:lnTo>
                    <a:pt x="0" y="1125"/>
                  </a:lnTo>
                  <a:lnTo>
                    <a:pt x="1597" y="1125"/>
                  </a:lnTo>
                  <a:cubicBezTo>
                    <a:pt x="1614" y="1126"/>
                    <a:pt x="1631" y="1127"/>
                    <a:pt x="1647" y="1127"/>
                  </a:cubicBezTo>
                  <a:cubicBezTo>
                    <a:pt x="2369" y="1127"/>
                    <a:pt x="2365" y="1"/>
                    <a:pt x="163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4D483CE3-39D5-0356-CBB1-E2B0023D6575}"/>
                </a:ext>
              </a:extLst>
            </p:cNvPr>
            <p:cNvSpPr/>
            <p:nvPr/>
          </p:nvSpPr>
          <p:spPr>
            <a:xfrm>
              <a:off x="4675542" y="2802256"/>
              <a:ext cx="300131" cy="231920"/>
            </a:xfrm>
            <a:custGeom>
              <a:avLst/>
              <a:gdLst/>
              <a:ahLst/>
              <a:cxnLst/>
              <a:rect l="l" t="t" r="r" b="b"/>
              <a:pathLst>
                <a:path w="13099" h="10122" extrusionOk="0">
                  <a:moveTo>
                    <a:pt x="2585" y="1"/>
                  </a:moveTo>
                  <a:cubicBezTo>
                    <a:pt x="1164" y="1"/>
                    <a:pt x="1" y="1151"/>
                    <a:pt x="14" y="2585"/>
                  </a:cubicBezTo>
                  <a:lnTo>
                    <a:pt x="14" y="7551"/>
                  </a:lnTo>
                  <a:cubicBezTo>
                    <a:pt x="14" y="8972"/>
                    <a:pt x="1164" y="10122"/>
                    <a:pt x="2585" y="10122"/>
                  </a:cubicBezTo>
                  <a:lnTo>
                    <a:pt x="13099" y="10122"/>
                  </a:lnTo>
                  <a:lnTo>
                    <a:pt x="13099" y="2585"/>
                  </a:lnTo>
                  <a:cubicBezTo>
                    <a:pt x="13099" y="1151"/>
                    <a:pt x="11935" y="1"/>
                    <a:pt x="10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4CA13C2A-8550-8F77-FFEC-4C2F401E7E1A}"/>
                </a:ext>
              </a:extLst>
            </p:cNvPr>
            <p:cNvSpPr/>
            <p:nvPr/>
          </p:nvSpPr>
          <p:spPr>
            <a:xfrm>
              <a:off x="4862805" y="3008423"/>
              <a:ext cx="83104" cy="62345"/>
            </a:xfrm>
            <a:custGeom>
              <a:avLst/>
              <a:gdLst/>
              <a:ahLst/>
              <a:cxnLst/>
              <a:rect l="l" t="t" r="r" b="b"/>
              <a:pathLst>
                <a:path w="3627" h="2721" extrusionOk="0">
                  <a:moveTo>
                    <a:pt x="1" y="1"/>
                  </a:moveTo>
                  <a:lnTo>
                    <a:pt x="1" y="2720"/>
                  </a:lnTo>
                  <a:lnTo>
                    <a:pt x="3627" y="2720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D17C899D-8D05-4E5F-741F-607B87D1879E}"/>
                </a:ext>
              </a:extLst>
            </p:cNvPr>
            <p:cNvSpPr/>
            <p:nvPr/>
          </p:nvSpPr>
          <p:spPr>
            <a:xfrm>
              <a:off x="4862805" y="3029205"/>
              <a:ext cx="83104" cy="20782"/>
            </a:xfrm>
            <a:custGeom>
              <a:avLst/>
              <a:gdLst/>
              <a:ahLst/>
              <a:cxnLst/>
              <a:rect l="l" t="t" r="r" b="b"/>
              <a:pathLst>
                <a:path w="3627" h="907" extrusionOk="0">
                  <a:moveTo>
                    <a:pt x="1" y="0"/>
                  </a:moveTo>
                  <a:lnTo>
                    <a:pt x="1" y="907"/>
                  </a:lnTo>
                  <a:lnTo>
                    <a:pt x="3627" y="907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59799CC2-5492-CBF9-61B9-F44AFF73D84F}"/>
                </a:ext>
              </a:extLst>
            </p:cNvPr>
            <p:cNvSpPr/>
            <p:nvPr/>
          </p:nvSpPr>
          <p:spPr>
            <a:xfrm>
              <a:off x="4862805" y="2855895"/>
              <a:ext cx="83104" cy="152551"/>
            </a:xfrm>
            <a:custGeom>
              <a:avLst/>
              <a:gdLst/>
              <a:ahLst/>
              <a:cxnLst/>
              <a:rect l="l" t="t" r="r" b="b"/>
              <a:pathLst>
                <a:path w="362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3627" y="6658"/>
                  </a:lnTo>
                  <a:lnTo>
                    <a:pt x="3627" y="1259"/>
                  </a:lnTo>
                  <a:cubicBezTo>
                    <a:pt x="3627" y="555"/>
                    <a:pt x="3072" y="0"/>
                    <a:pt x="2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AB1ABF8E-60EE-348F-6949-CC22190A11ED}"/>
                </a:ext>
              </a:extLst>
            </p:cNvPr>
            <p:cNvSpPr/>
            <p:nvPr/>
          </p:nvSpPr>
          <p:spPr>
            <a:xfrm>
              <a:off x="4862805" y="2855895"/>
              <a:ext cx="46215" cy="152551"/>
            </a:xfrm>
            <a:custGeom>
              <a:avLst/>
              <a:gdLst/>
              <a:ahLst/>
              <a:cxnLst/>
              <a:rect l="l" t="t" r="r" b="b"/>
              <a:pathLst>
                <a:path w="2017" h="6658" extrusionOk="0">
                  <a:moveTo>
                    <a:pt x="1259" y="0"/>
                  </a:moveTo>
                  <a:cubicBezTo>
                    <a:pt x="569" y="0"/>
                    <a:pt x="1" y="555"/>
                    <a:pt x="1" y="1259"/>
                  </a:cubicBezTo>
                  <a:lnTo>
                    <a:pt x="1" y="6658"/>
                  </a:lnTo>
                  <a:lnTo>
                    <a:pt x="758" y="6658"/>
                  </a:lnTo>
                  <a:lnTo>
                    <a:pt x="758" y="1259"/>
                  </a:lnTo>
                  <a:cubicBezTo>
                    <a:pt x="758" y="555"/>
                    <a:pt x="1313" y="0"/>
                    <a:pt x="2017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CA135118-51F6-80A0-DDFD-9EAAEA5DAD0D}"/>
                </a:ext>
              </a:extLst>
            </p:cNvPr>
            <p:cNvSpPr/>
            <p:nvPr/>
          </p:nvSpPr>
          <p:spPr>
            <a:xfrm>
              <a:off x="4698179" y="2963790"/>
              <a:ext cx="124965" cy="107116"/>
            </a:xfrm>
            <a:custGeom>
              <a:avLst/>
              <a:gdLst/>
              <a:ahLst/>
              <a:cxnLst/>
              <a:rect l="l" t="t" r="r" b="b"/>
              <a:pathLst>
                <a:path w="5454" h="4675" extrusionOk="0">
                  <a:moveTo>
                    <a:pt x="3126" y="0"/>
                  </a:moveTo>
                  <a:cubicBezTo>
                    <a:pt x="1042" y="0"/>
                    <a:pt x="0" y="2517"/>
                    <a:pt x="1475" y="3992"/>
                  </a:cubicBezTo>
                  <a:cubicBezTo>
                    <a:pt x="1947" y="4463"/>
                    <a:pt x="2528" y="4674"/>
                    <a:pt x="3099" y="4674"/>
                  </a:cubicBezTo>
                  <a:cubicBezTo>
                    <a:pt x="4298" y="4674"/>
                    <a:pt x="5454" y="3744"/>
                    <a:pt x="5454" y="2341"/>
                  </a:cubicBezTo>
                  <a:cubicBezTo>
                    <a:pt x="5454" y="1042"/>
                    <a:pt x="4412" y="0"/>
                    <a:pt x="312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98071963-91F4-AAD6-D6D5-B2D9002051EB}"/>
                </a:ext>
              </a:extLst>
            </p:cNvPr>
            <p:cNvSpPr/>
            <p:nvPr/>
          </p:nvSpPr>
          <p:spPr>
            <a:xfrm>
              <a:off x="4717403" y="2963790"/>
              <a:ext cx="59229" cy="106978"/>
            </a:xfrm>
            <a:custGeom>
              <a:avLst/>
              <a:gdLst/>
              <a:ahLst/>
              <a:cxnLst/>
              <a:rect l="l" t="t" r="r" b="b"/>
              <a:pathLst>
                <a:path w="2585" h="4669" extrusionOk="0">
                  <a:moveTo>
                    <a:pt x="2274" y="0"/>
                  </a:moveTo>
                  <a:cubicBezTo>
                    <a:pt x="1015" y="41"/>
                    <a:pt x="0" y="1069"/>
                    <a:pt x="0" y="2341"/>
                  </a:cubicBezTo>
                  <a:cubicBezTo>
                    <a:pt x="0" y="3600"/>
                    <a:pt x="1015" y="4641"/>
                    <a:pt x="2274" y="4668"/>
                  </a:cubicBezTo>
                  <a:cubicBezTo>
                    <a:pt x="2382" y="4668"/>
                    <a:pt x="2477" y="4668"/>
                    <a:pt x="2585" y="4655"/>
                  </a:cubicBezTo>
                  <a:cubicBezTo>
                    <a:pt x="1421" y="4506"/>
                    <a:pt x="542" y="3505"/>
                    <a:pt x="542" y="2341"/>
                  </a:cubicBezTo>
                  <a:cubicBezTo>
                    <a:pt x="542" y="1164"/>
                    <a:pt x="1421" y="176"/>
                    <a:pt x="2585" y="27"/>
                  </a:cubicBezTo>
                  <a:cubicBezTo>
                    <a:pt x="2477" y="14"/>
                    <a:pt x="2382" y="0"/>
                    <a:pt x="227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14582A7E-5BDD-DDBF-ECB0-8E7EFD98E408}"/>
                </a:ext>
              </a:extLst>
            </p:cNvPr>
            <p:cNvSpPr/>
            <p:nvPr/>
          </p:nvSpPr>
          <p:spPr>
            <a:xfrm>
              <a:off x="4734450" y="2991055"/>
              <a:ext cx="61726" cy="52859"/>
            </a:xfrm>
            <a:custGeom>
              <a:avLst/>
              <a:gdLst/>
              <a:ahLst/>
              <a:cxnLst/>
              <a:rect l="l" t="t" r="r" b="b"/>
              <a:pathLst>
                <a:path w="2694" h="2307" extrusionOk="0">
                  <a:moveTo>
                    <a:pt x="1567" y="1"/>
                  </a:moveTo>
                  <a:cubicBezTo>
                    <a:pt x="1559" y="1"/>
                    <a:pt x="1551" y="1"/>
                    <a:pt x="1543" y="1"/>
                  </a:cubicBezTo>
                  <a:cubicBezTo>
                    <a:pt x="515" y="1"/>
                    <a:pt x="1" y="1232"/>
                    <a:pt x="718" y="1963"/>
                  </a:cubicBezTo>
                  <a:cubicBezTo>
                    <a:pt x="955" y="2200"/>
                    <a:pt x="1246" y="2306"/>
                    <a:pt x="1531" y="2306"/>
                  </a:cubicBezTo>
                  <a:cubicBezTo>
                    <a:pt x="2125" y="2306"/>
                    <a:pt x="2693" y="1846"/>
                    <a:pt x="2693" y="1151"/>
                  </a:cubicBezTo>
                  <a:cubicBezTo>
                    <a:pt x="2693" y="523"/>
                    <a:pt x="2192" y="1"/>
                    <a:pt x="156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8103973F-ED00-2E02-5ED9-67BAF4DBC283}"/>
                </a:ext>
              </a:extLst>
            </p:cNvPr>
            <p:cNvSpPr/>
            <p:nvPr/>
          </p:nvSpPr>
          <p:spPr>
            <a:xfrm>
              <a:off x="4743454" y="2990758"/>
              <a:ext cx="33796" cy="53042"/>
            </a:xfrm>
            <a:custGeom>
              <a:avLst/>
              <a:gdLst/>
              <a:ahLst/>
              <a:cxnLst/>
              <a:rect l="l" t="t" r="r" b="b"/>
              <a:pathLst>
                <a:path w="1475" h="2315" extrusionOk="0">
                  <a:moveTo>
                    <a:pt x="1150" y="0"/>
                  </a:moveTo>
                  <a:cubicBezTo>
                    <a:pt x="514" y="0"/>
                    <a:pt x="0" y="515"/>
                    <a:pt x="0" y="1164"/>
                  </a:cubicBezTo>
                  <a:cubicBezTo>
                    <a:pt x="0" y="1800"/>
                    <a:pt x="514" y="2314"/>
                    <a:pt x="1150" y="2314"/>
                  </a:cubicBezTo>
                  <a:cubicBezTo>
                    <a:pt x="1258" y="2314"/>
                    <a:pt x="1367" y="2301"/>
                    <a:pt x="1475" y="2260"/>
                  </a:cubicBezTo>
                  <a:cubicBezTo>
                    <a:pt x="365" y="1949"/>
                    <a:pt x="365" y="366"/>
                    <a:pt x="1475" y="55"/>
                  </a:cubicBezTo>
                  <a:cubicBezTo>
                    <a:pt x="1367" y="14"/>
                    <a:pt x="1258" y="0"/>
                    <a:pt x="1150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F645B327-0CD6-575B-40A1-C4DB7D85EDF1}"/>
                </a:ext>
              </a:extLst>
            </p:cNvPr>
            <p:cNvSpPr/>
            <p:nvPr/>
          </p:nvSpPr>
          <p:spPr>
            <a:xfrm>
              <a:off x="4708421" y="2855895"/>
              <a:ext cx="125881" cy="59229"/>
            </a:xfrm>
            <a:custGeom>
              <a:avLst/>
              <a:gdLst/>
              <a:ahLst/>
              <a:cxnLst/>
              <a:rect l="l" t="t" r="r" b="b"/>
              <a:pathLst>
                <a:path w="5494" h="2585" extrusionOk="0">
                  <a:moveTo>
                    <a:pt x="1096" y="0"/>
                  </a:moveTo>
                  <a:cubicBezTo>
                    <a:pt x="487" y="0"/>
                    <a:pt x="0" y="488"/>
                    <a:pt x="0" y="1096"/>
                  </a:cubicBezTo>
                  <a:lnTo>
                    <a:pt x="0" y="1502"/>
                  </a:lnTo>
                  <a:cubicBezTo>
                    <a:pt x="0" y="2098"/>
                    <a:pt x="487" y="2585"/>
                    <a:pt x="1096" y="2585"/>
                  </a:cubicBezTo>
                  <a:lnTo>
                    <a:pt x="4398" y="2585"/>
                  </a:lnTo>
                  <a:cubicBezTo>
                    <a:pt x="5007" y="2585"/>
                    <a:pt x="5494" y="2098"/>
                    <a:pt x="5494" y="1502"/>
                  </a:cubicBezTo>
                  <a:lnTo>
                    <a:pt x="5494" y="1096"/>
                  </a:lnTo>
                  <a:cubicBezTo>
                    <a:pt x="5494" y="488"/>
                    <a:pt x="5007" y="0"/>
                    <a:pt x="439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390FF31F-E0F2-FC38-69B1-90A8C379B912}"/>
                </a:ext>
              </a:extLst>
            </p:cNvPr>
            <p:cNvSpPr/>
            <p:nvPr/>
          </p:nvSpPr>
          <p:spPr>
            <a:xfrm>
              <a:off x="4703449" y="2850923"/>
              <a:ext cx="135825" cy="69471"/>
            </a:xfrm>
            <a:custGeom>
              <a:avLst/>
              <a:gdLst/>
              <a:ahLst/>
              <a:cxnLst/>
              <a:rect l="l" t="t" r="r" b="b"/>
              <a:pathLst>
                <a:path w="5928" h="3032" extrusionOk="0">
                  <a:moveTo>
                    <a:pt x="2747" y="447"/>
                  </a:moveTo>
                  <a:lnTo>
                    <a:pt x="2747" y="2585"/>
                  </a:lnTo>
                  <a:lnTo>
                    <a:pt x="1313" y="2585"/>
                  </a:lnTo>
                  <a:cubicBezTo>
                    <a:pt x="826" y="2585"/>
                    <a:pt x="434" y="2193"/>
                    <a:pt x="447" y="1719"/>
                  </a:cubicBezTo>
                  <a:lnTo>
                    <a:pt x="447" y="1313"/>
                  </a:lnTo>
                  <a:cubicBezTo>
                    <a:pt x="447" y="826"/>
                    <a:pt x="826" y="447"/>
                    <a:pt x="1313" y="447"/>
                  </a:cubicBezTo>
                  <a:close/>
                  <a:moveTo>
                    <a:pt x="4639" y="447"/>
                  </a:moveTo>
                  <a:cubicBezTo>
                    <a:pt x="5115" y="447"/>
                    <a:pt x="5494" y="835"/>
                    <a:pt x="5494" y="1313"/>
                  </a:cubicBezTo>
                  <a:lnTo>
                    <a:pt x="5494" y="1719"/>
                  </a:lnTo>
                  <a:cubicBezTo>
                    <a:pt x="5494" y="2193"/>
                    <a:pt x="5102" y="2585"/>
                    <a:pt x="4615" y="2585"/>
                  </a:cubicBezTo>
                  <a:lnTo>
                    <a:pt x="3194" y="2585"/>
                  </a:lnTo>
                  <a:lnTo>
                    <a:pt x="3194" y="447"/>
                  </a:lnTo>
                  <a:lnTo>
                    <a:pt x="4615" y="447"/>
                  </a:lnTo>
                  <a:cubicBezTo>
                    <a:pt x="4623" y="447"/>
                    <a:pt x="4631" y="447"/>
                    <a:pt x="4639" y="447"/>
                  </a:cubicBezTo>
                  <a:close/>
                  <a:moveTo>
                    <a:pt x="1313" y="1"/>
                  </a:moveTo>
                  <a:cubicBezTo>
                    <a:pt x="582" y="1"/>
                    <a:pt x="1" y="583"/>
                    <a:pt x="1" y="1313"/>
                  </a:cubicBezTo>
                  <a:lnTo>
                    <a:pt x="1" y="1719"/>
                  </a:lnTo>
                  <a:cubicBezTo>
                    <a:pt x="1" y="2437"/>
                    <a:pt x="582" y="3032"/>
                    <a:pt x="1313" y="3032"/>
                  </a:cubicBezTo>
                  <a:lnTo>
                    <a:pt x="4615" y="3032"/>
                  </a:lnTo>
                  <a:cubicBezTo>
                    <a:pt x="5345" y="3032"/>
                    <a:pt x="5927" y="2437"/>
                    <a:pt x="5927" y="1719"/>
                  </a:cubicBezTo>
                  <a:lnTo>
                    <a:pt x="5927" y="1313"/>
                  </a:lnTo>
                  <a:cubicBezTo>
                    <a:pt x="5927" y="583"/>
                    <a:pt x="5345" y="1"/>
                    <a:pt x="4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BDD159D3-3794-658E-3755-951C353D1C0F}"/>
                </a:ext>
              </a:extLst>
            </p:cNvPr>
            <p:cNvSpPr/>
            <p:nvPr/>
          </p:nvSpPr>
          <p:spPr>
            <a:xfrm>
              <a:off x="4802041" y="2735444"/>
              <a:ext cx="98615" cy="87869"/>
            </a:xfrm>
            <a:custGeom>
              <a:avLst/>
              <a:gdLst/>
              <a:ahLst/>
              <a:cxnLst/>
              <a:rect l="l" t="t" r="r" b="b"/>
              <a:pathLst>
                <a:path w="4304" h="3835" extrusionOk="0">
                  <a:moveTo>
                    <a:pt x="2152" y="1"/>
                  </a:moveTo>
                  <a:cubicBezTo>
                    <a:pt x="1952" y="1"/>
                    <a:pt x="1753" y="102"/>
                    <a:pt x="1651" y="305"/>
                  </a:cubicBezTo>
                  <a:lnTo>
                    <a:pt x="1462" y="684"/>
                  </a:lnTo>
                  <a:cubicBezTo>
                    <a:pt x="1381" y="846"/>
                    <a:pt x="1232" y="955"/>
                    <a:pt x="1042" y="982"/>
                  </a:cubicBezTo>
                  <a:lnTo>
                    <a:pt x="636" y="1049"/>
                  </a:lnTo>
                  <a:cubicBezTo>
                    <a:pt x="176" y="1103"/>
                    <a:pt x="0" y="1672"/>
                    <a:pt x="325" y="1996"/>
                  </a:cubicBezTo>
                  <a:lnTo>
                    <a:pt x="623" y="2281"/>
                  </a:lnTo>
                  <a:cubicBezTo>
                    <a:pt x="758" y="2402"/>
                    <a:pt x="812" y="2592"/>
                    <a:pt x="785" y="2768"/>
                  </a:cubicBezTo>
                  <a:lnTo>
                    <a:pt x="718" y="3187"/>
                  </a:lnTo>
                  <a:cubicBezTo>
                    <a:pt x="653" y="3541"/>
                    <a:pt x="937" y="3835"/>
                    <a:pt x="1265" y="3835"/>
                  </a:cubicBezTo>
                  <a:cubicBezTo>
                    <a:pt x="1352" y="3835"/>
                    <a:pt x="1442" y="3814"/>
                    <a:pt x="1529" y="3769"/>
                  </a:cubicBezTo>
                  <a:lnTo>
                    <a:pt x="1895" y="3580"/>
                  </a:lnTo>
                  <a:cubicBezTo>
                    <a:pt x="1976" y="3532"/>
                    <a:pt x="2064" y="3509"/>
                    <a:pt x="2152" y="3509"/>
                  </a:cubicBezTo>
                  <a:cubicBezTo>
                    <a:pt x="2240" y="3509"/>
                    <a:pt x="2328" y="3532"/>
                    <a:pt x="2409" y="3580"/>
                  </a:cubicBezTo>
                  <a:lnTo>
                    <a:pt x="2774" y="3769"/>
                  </a:lnTo>
                  <a:cubicBezTo>
                    <a:pt x="2859" y="3814"/>
                    <a:pt x="2947" y="3835"/>
                    <a:pt x="3033" y="3835"/>
                  </a:cubicBezTo>
                  <a:cubicBezTo>
                    <a:pt x="3359" y="3835"/>
                    <a:pt x="3650" y="3541"/>
                    <a:pt x="3586" y="3187"/>
                  </a:cubicBezTo>
                  <a:lnTo>
                    <a:pt x="3518" y="2768"/>
                  </a:lnTo>
                  <a:cubicBezTo>
                    <a:pt x="3478" y="2592"/>
                    <a:pt x="3546" y="2402"/>
                    <a:pt x="3667" y="2281"/>
                  </a:cubicBezTo>
                  <a:lnTo>
                    <a:pt x="3965" y="1996"/>
                  </a:lnTo>
                  <a:cubicBezTo>
                    <a:pt x="4303" y="1672"/>
                    <a:pt x="4114" y="1103"/>
                    <a:pt x="3667" y="1049"/>
                  </a:cubicBezTo>
                  <a:lnTo>
                    <a:pt x="3248" y="982"/>
                  </a:lnTo>
                  <a:cubicBezTo>
                    <a:pt x="3072" y="955"/>
                    <a:pt x="2910" y="846"/>
                    <a:pt x="2828" y="684"/>
                  </a:cubicBezTo>
                  <a:lnTo>
                    <a:pt x="2653" y="305"/>
                  </a:lnTo>
                  <a:cubicBezTo>
                    <a:pt x="2551" y="102"/>
                    <a:pt x="2351" y="1"/>
                    <a:pt x="2152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396B25E4-058C-0FEB-986F-7EBC8C0147F3}"/>
                </a:ext>
              </a:extLst>
            </p:cNvPr>
            <p:cNvSpPr/>
            <p:nvPr/>
          </p:nvSpPr>
          <p:spPr>
            <a:xfrm>
              <a:off x="4857215" y="2816050"/>
              <a:ext cx="20484" cy="7401"/>
            </a:xfrm>
            <a:custGeom>
              <a:avLst/>
              <a:gdLst/>
              <a:ahLst/>
              <a:cxnLst/>
              <a:rect l="l" t="t" r="r" b="b"/>
              <a:pathLst>
                <a:path w="894" h="323" extrusionOk="0">
                  <a:moveTo>
                    <a:pt x="265" y="1"/>
                  </a:moveTo>
                  <a:cubicBezTo>
                    <a:pt x="173" y="1"/>
                    <a:pt x="82" y="21"/>
                    <a:pt x="1" y="62"/>
                  </a:cubicBezTo>
                  <a:lnTo>
                    <a:pt x="366" y="251"/>
                  </a:lnTo>
                  <a:cubicBezTo>
                    <a:pt x="447" y="298"/>
                    <a:pt x="539" y="322"/>
                    <a:pt x="630" y="322"/>
                  </a:cubicBezTo>
                  <a:cubicBezTo>
                    <a:pt x="721" y="322"/>
                    <a:pt x="813" y="298"/>
                    <a:pt x="894" y="251"/>
                  </a:cubicBezTo>
                  <a:lnTo>
                    <a:pt x="529" y="62"/>
                  </a:lnTo>
                  <a:cubicBezTo>
                    <a:pt x="447" y="21"/>
                    <a:pt x="356" y="1"/>
                    <a:pt x="265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583649DA-6487-69BD-BD00-0C5FB5778DB9}"/>
                </a:ext>
              </a:extLst>
            </p:cNvPr>
            <p:cNvSpPr/>
            <p:nvPr/>
          </p:nvSpPr>
          <p:spPr>
            <a:xfrm>
              <a:off x="4881090" y="2922937"/>
              <a:ext cx="19567" cy="36225"/>
            </a:xfrm>
            <a:custGeom>
              <a:avLst/>
              <a:gdLst/>
              <a:ahLst/>
              <a:cxnLst/>
              <a:rect l="l" t="t" r="r" b="b"/>
              <a:pathLst>
                <a:path w="854" h="1581" extrusionOk="0">
                  <a:moveTo>
                    <a:pt x="427" y="1"/>
                  </a:moveTo>
                  <a:cubicBezTo>
                    <a:pt x="214" y="1"/>
                    <a:pt x="1" y="139"/>
                    <a:pt x="1" y="417"/>
                  </a:cubicBezTo>
                  <a:lnTo>
                    <a:pt x="1" y="1161"/>
                  </a:lnTo>
                  <a:cubicBezTo>
                    <a:pt x="1" y="1391"/>
                    <a:pt x="190" y="1580"/>
                    <a:pt x="420" y="1580"/>
                  </a:cubicBezTo>
                  <a:lnTo>
                    <a:pt x="434" y="1580"/>
                  </a:lnTo>
                  <a:cubicBezTo>
                    <a:pt x="664" y="1580"/>
                    <a:pt x="853" y="1391"/>
                    <a:pt x="853" y="1161"/>
                  </a:cubicBezTo>
                  <a:lnTo>
                    <a:pt x="853" y="417"/>
                  </a:lnTo>
                  <a:cubicBezTo>
                    <a:pt x="853" y="139"/>
                    <a:pt x="640" y="1"/>
                    <a:pt x="427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8EDE7B63-2210-0510-5872-84F1C2F31837}"/>
                </a:ext>
              </a:extLst>
            </p:cNvPr>
            <p:cNvSpPr/>
            <p:nvPr/>
          </p:nvSpPr>
          <p:spPr>
            <a:xfrm>
              <a:off x="4881090" y="2922868"/>
              <a:ext cx="14595" cy="36362"/>
            </a:xfrm>
            <a:custGeom>
              <a:avLst/>
              <a:gdLst/>
              <a:ahLst/>
              <a:cxnLst/>
              <a:rect l="l" t="t" r="r" b="b"/>
              <a:pathLst>
                <a:path w="637" h="1587" extrusionOk="0">
                  <a:moveTo>
                    <a:pt x="420" y="0"/>
                  </a:moveTo>
                  <a:cubicBezTo>
                    <a:pt x="190" y="0"/>
                    <a:pt x="1" y="190"/>
                    <a:pt x="1" y="420"/>
                  </a:cubicBezTo>
                  <a:lnTo>
                    <a:pt x="1" y="1164"/>
                  </a:lnTo>
                  <a:cubicBezTo>
                    <a:pt x="1" y="1410"/>
                    <a:pt x="203" y="1586"/>
                    <a:pt x="419" y="1586"/>
                  </a:cubicBezTo>
                  <a:cubicBezTo>
                    <a:pt x="488" y="1586"/>
                    <a:pt x="558" y="1568"/>
                    <a:pt x="623" y="1529"/>
                  </a:cubicBezTo>
                  <a:lnTo>
                    <a:pt x="637" y="1529"/>
                  </a:lnTo>
                  <a:cubicBezTo>
                    <a:pt x="501" y="1462"/>
                    <a:pt x="420" y="1313"/>
                    <a:pt x="420" y="1164"/>
                  </a:cubicBezTo>
                  <a:lnTo>
                    <a:pt x="420" y="420"/>
                  </a:lnTo>
                  <a:cubicBezTo>
                    <a:pt x="420" y="271"/>
                    <a:pt x="501" y="135"/>
                    <a:pt x="637" y="68"/>
                  </a:cubicBezTo>
                  <a:cubicBezTo>
                    <a:pt x="569" y="27"/>
                    <a:pt x="488" y="0"/>
                    <a:pt x="420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9">
            <a:extLst>
              <a:ext uri="{FF2B5EF4-FFF2-40B4-BE49-F238E27FC236}">
                <a16:creationId xmlns:a16="http://schemas.microsoft.com/office/drawing/2014/main" id="{86D6DD2C-86F6-A02A-DDAD-1AD790C6353B}"/>
              </a:ext>
            </a:extLst>
          </p:cNvPr>
          <p:cNvGrpSpPr/>
          <p:nvPr/>
        </p:nvGrpSpPr>
        <p:grpSpPr>
          <a:xfrm>
            <a:off x="1808536" y="1821668"/>
            <a:ext cx="391087" cy="450058"/>
            <a:chOff x="7508924" y="2094764"/>
            <a:chExt cx="337639" cy="388550"/>
          </a:xfrm>
        </p:grpSpPr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CE89AE64-6006-316E-51B5-3F01BDD1C13C}"/>
                </a:ext>
              </a:extLst>
            </p:cNvPr>
            <p:cNvSpPr/>
            <p:nvPr/>
          </p:nvSpPr>
          <p:spPr>
            <a:xfrm>
              <a:off x="7548288" y="2110895"/>
              <a:ext cx="254260" cy="138712"/>
            </a:xfrm>
            <a:custGeom>
              <a:avLst/>
              <a:gdLst/>
              <a:ahLst/>
              <a:cxnLst/>
              <a:rect l="l" t="t" r="r" b="b"/>
              <a:pathLst>
                <a:path w="11097" h="6054" extrusionOk="0">
                  <a:moveTo>
                    <a:pt x="705" y="0"/>
                  </a:moveTo>
                  <a:cubicBezTo>
                    <a:pt x="705" y="907"/>
                    <a:pt x="1" y="2395"/>
                    <a:pt x="1" y="3316"/>
                  </a:cubicBezTo>
                  <a:cubicBezTo>
                    <a:pt x="1" y="4222"/>
                    <a:pt x="705" y="4560"/>
                    <a:pt x="705" y="5467"/>
                  </a:cubicBezTo>
                  <a:cubicBezTo>
                    <a:pt x="2331" y="5858"/>
                    <a:pt x="3991" y="6053"/>
                    <a:pt x="5650" y="6053"/>
                  </a:cubicBezTo>
                  <a:cubicBezTo>
                    <a:pt x="6971" y="6053"/>
                    <a:pt x="8292" y="5929"/>
                    <a:pt x="9595" y="5683"/>
                  </a:cubicBezTo>
                  <a:cubicBezTo>
                    <a:pt x="9933" y="5616"/>
                    <a:pt x="10271" y="5548"/>
                    <a:pt x="10609" y="5467"/>
                  </a:cubicBezTo>
                  <a:cubicBezTo>
                    <a:pt x="10609" y="4587"/>
                    <a:pt x="11097" y="3708"/>
                    <a:pt x="11097" y="2828"/>
                  </a:cubicBezTo>
                  <a:cubicBezTo>
                    <a:pt x="11097" y="1881"/>
                    <a:pt x="10609" y="934"/>
                    <a:pt x="10609" y="0"/>
                  </a:cubicBezTo>
                  <a:cubicBezTo>
                    <a:pt x="10271" y="82"/>
                    <a:pt x="9933" y="149"/>
                    <a:pt x="9595" y="217"/>
                  </a:cubicBezTo>
                  <a:cubicBezTo>
                    <a:pt x="8302" y="461"/>
                    <a:pt x="6991" y="582"/>
                    <a:pt x="5678" y="582"/>
                  </a:cubicBezTo>
                  <a:cubicBezTo>
                    <a:pt x="4010" y="582"/>
                    <a:pt x="2340" y="387"/>
                    <a:pt x="7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08AA218F-CBD3-ADFE-E2C9-DAFE57FBD754}"/>
                </a:ext>
              </a:extLst>
            </p:cNvPr>
            <p:cNvSpPr/>
            <p:nvPr/>
          </p:nvSpPr>
          <p:spPr>
            <a:xfrm>
              <a:off x="7532180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A0CA3FEA-701D-7D37-FC79-FA1614433EB4}"/>
                </a:ext>
              </a:extLst>
            </p:cNvPr>
            <p:cNvSpPr/>
            <p:nvPr/>
          </p:nvSpPr>
          <p:spPr>
            <a:xfrm>
              <a:off x="7532180" y="2094764"/>
              <a:ext cx="24196" cy="184194"/>
            </a:xfrm>
            <a:custGeom>
              <a:avLst/>
              <a:gdLst/>
              <a:ahLst/>
              <a:cxnLst/>
              <a:rect l="l" t="t" r="r" b="b"/>
              <a:pathLst>
                <a:path w="1056" h="8039" extrusionOk="0">
                  <a:moveTo>
                    <a:pt x="704" y="1"/>
                  </a:moveTo>
                  <a:cubicBezTo>
                    <a:pt x="312" y="1"/>
                    <a:pt x="0" y="312"/>
                    <a:pt x="0" y="704"/>
                  </a:cubicBezTo>
                  <a:lnTo>
                    <a:pt x="0" y="8038"/>
                  </a:lnTo>
                  <a:lnTo>
                    <a:pt x="704" y="8038"/>
                  </a:lnTo>
                  <a:lnTo>
                    <a:pt x="704" y="704"/>
                  </a:lnTo>
                  <a:cubicBezTo>
                    <a:pt x="704" y="461"/>
                    <a:pt x="839" y="231"/>
                    <a:pt x="1056" y="96"/>
                  </a:cubicBezTo>
                  <a:cubicBezTo>
                    <a:pt x="948" y="28"/>
                    <a:pt x="82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520E44D0-CE6F-3FDF-6E6B-C13ACDA2BB0D}"/>
                </a:ext>
              </a:extLst>
            </p:cNvPr>
            <p:cNvSpPr/>
            <p:nvPr/>
          </p:nvSpPr>
          <p:spPr>
            <a:xfrm>
              <a:off x="7791367" y="2094764"/>
              <a:ext cx="32261" cy="183873"/>
            </a:xfrm>
            <a:custGeom>
              <a:avLst/>
              <a:gdLst/>
              <a:ahLst/>
              <a:cxnLst/>
              <a:rect l="l" t="t" r="r" b="b"/>
              <a:pathLst>
                <a:path w="1408" h="8025" extrusionOk="0">
                  <a:moveTo>
                    <a:pt x="704" y="1"/>
                  </a:moveTo>
                  <a:cubicBezTo>
                    <a:pt x="325" y="1"/>
                    <a:pt x="0" y="312"/>
                    <a:pt x="0" y="704"/>
                  </a:cubicBezTo>
                  <a:lnTo>
                    <a:pt x="0" y="8025"/>
                  </a:lnTo>
                  <a:lnTo>
                    <a:pt x="1408" y="8025"/>
                  </a:lnTo>
                  <a:lnTo>
                    <a:pt x="1408" y="704"/>
                  </a:lnTo>
                  <a:cubicBezTo>
                    <a:pt x="1408" y="312"/>
                    <a:pt x="1096" y="1"/>
                    <a:pt x="70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93250976-05E4-E5F1-06AA-5CFD1FB14D71}"/>
                </a:ext>
              </a:extLst>
            </p:cNvPr>
            <p:cNvSpPr/>
            <p:nvPr/>
          </p:nvSpPr>
          <p:spPr>
            <a:xfrm>
              <a:off x="7791664" y="2094764"/>
              <a:ext cx="23898" cy="184194"/>
            </a:xfrm>
            <a:custGeom>
              <a:avLst/>
              <a:gdLst/>
              <a:ahLst/>
              <a:cxnLst/>
              <a:rect l="l" t="t" r="r" b="b"/>
              <a:pathLst>
                <a:path w="1043" h="8039" extrusionOk="0">
                  <a:moveTo>
                    <a:pt x="691" y="1"/>
                  </a:moveTo>
                  <a:cubicBezTo>
                    <a:pt x="312" y="1"/>
                    <a:pt x="1" y="312"/>
                    <a:pt x="1" y="704"/>
                  </a:cubicBezTo>
                  <a:lnTo>
                    <a:pt x="1" y="8038"/>
                  </a:lnTo>
                  <a:lnTo>
                    <a:pt x="691" y="8038"/>
                  </a:lnTo>
                  <a:lnTo>
                    <a:pt x="691" y="704"/>
                  </a:lnTo>
                  <a:cubicBezTo>
                    <a:pt x="691" y="461"/>
                    <a:pt x="826" y="231"/>
                    <a:pt x="1043" y="96"/>
                  </a:cubicBezTo>
                  <a:cubicBezTo>
                    <a:pt x="935" y="28"/>
                    <a:pt x="813" y="1"/>
                    <a:pt x="69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DD1B7CA4-C7F4-6545-15F3-6DD5A1BA03C2}"/>
                </a:ext>
              </a:extLst>
            </p:cNvPr>
            <p:cNvSpPr/>
            <p:nvPr/>
          </p:nvSpPr>
          <p:spPr>
            <a:xfrm>
              <a:off x="7540246" y="2283220"/>
              <a:ext cx="279968" cy="199728"/>
            </a:xfrm>
            <a:custGeom>
              <a:avLst/>
              <a:gdLst/>
              <a:ahLst/>
              <a:cxnLst/>
              <a:rect l="l" t="t" r="r" b="b"/>
              <a:pathLst>
                <a:path w="12219" h="8717" extrusionOk="0">
                  <a:moveTo>
                    <a:pt x="776" y="1"/>
                  </a:moveTo>
                  <a:cubicBezTo>
                    <a:pt x="647" y="1"/>
                    <a:pt x="519" y="38"/>
                    <a:pt x="406" y="111"/>
                  </a:cubicBezTo>
                  <a:cubicBezTo>
                    <a:pt x="338" y="165"/>
                    <a:pt x="271" y="219"/>
                    <a:pt x="217" y="300"/>
                  </a:cubicBezTo>
                  <a:cubicBezTo>
                    <a:pt x="0" y="598"/>
                    <a:pt x="81" y="1031"/>
                    <a:pt x="393" y="1248"/>
                  </a:cubicBezTo>
                  <a:lnTo>
                    <a:pt x="2070" y="2398"/>
                  </a:lnTo>
                  <a:lnTo>
                    <a:pt x="4831" y="4306"/>
                  </a:lnTo>
                  <a:lnTo>
                    <a:pt x="6022" y="5131"/>
                  </a:lnTo>
                  <a:lnTo>
                    <a:pt x="11069" y="8595"/>
                  </a:lnTo>
                  <a:cubicBezTo>
                    <a:pt x="11177" y="8676"/>
                    <a:pt x="11312" y="8717"/>
                    <a:pt x="11448" y="8717"/>
                  </a:cubicBezTo>
                  <a:cubicBezTo>
                    <a:pt x="11678" y="8717"/>
                    <a:pt x="11881" y="8608"/>
                    <a:pt x="12016" y="8432"/>
                  </a:cubicBezTo>
                  <a:lnTo>
                    <a:pt x="12002" y="8419"/>
                  </a:lnTo>
                  <a:cubicBezTo>
                    <a:pt x="12219" y="8121"/>
                    <a:pt x="12151" y="7688"/>
                    <a:pt x="11840" y="7472"/>
                  </a:cubicBezTo>
                  <a:lnTo>
                    <a:pt x="7226" y="4306"/>
                  </a:lnTo>
                  <a:lnTo>
                    <a:pt x="6035" y="3467"/>
                  </a:lnTo>
                  <a:lnTo>
                    <a:pt x="4790" y="2628"/>
                  </a:lnTo>
                  <a:lnTo>
                    <a:pt x="1407" y="287"/>
                  </a:lnTo>
                  <a:lnTo>
                    <a:pt x="1164" y="124"/>
                  </a:lnTo>
                  <a:cubicBezTo>
                    <a:pt x="1046" y="41"/>
                    <a:pt x="911" y="1"/>
                    <a:pt x="77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5616998E-24D3-6181-88CA-637C2F3896FF}"/>
                </a:ext>
              </a:extLst>
            </p:cNvPr>
            <p:cNvSpPr/>
            <p:nvPr/>
          </p:nvSpPr>
          <p:spPr>
            <a:xfrm>
              <a:off x="7531012" y="2282899"/>
              <a:ext cx="290439" cy="200416"/>
            </a:xfrm>
            <a:custGeom>
              <a:avLst/>
              <a:gdLst/>
              <a:ahLst/>
              <a:cxnLst/>
              <a:rect l="l" t="t" r="r" b="b"/>
              <a:pathLst>
                <a:path w="12676" h="8747" extrusionOk="0">
                  <a:moveTo>
                    <a:pt x="11697" y="1"/>
                  </a:moveTo>
                  <a:cubicBezTo>
                    <a:pt x="11568" y="1"/>
                    <a:pt x="11432" y="42"/>
                    <a:pt x="11296" y="138"/>
                  </a:cubicBezTo>
                  <a:lnTo>
                    <a:pt x="11066" y="287"/>
                  </a:lnTo>
                  <a:lnTo>
                    <a:pt x="7669" y="2628"/>
                  </a:lnTo>
                  <a:lnTo>
                    <a:pt x="6425" y="3481"/>
                  </a:lnTo>
                  <a:lnTo>
                    <a:pt x="5220" y="4320"/>
                  </a:lnTo>
                  <a:lnTo>
                    <a:pt x="620" y="7486"/>
                  </a:lnTo>
                  <a:cubicBezTo>
                    <a:pt x="0" y="7917"/>
                    <a:pt x="412" y="8746"/>
                    <a:pt x="989" y="8746"/>
                  </a:cubicBezTo>
                  <a:cubicBezTo>
                    <a:pt x="1118" y="8746"/>
                    <a:pt x="1255" y="8705"/>
                    <a:pt x="1391" y="8609"/>
                  </a:cubicBezTo>
                  <a:lnTo>
                    <a:pt x="6425" y="5145"/>
                  </a:lnTo>
                  <a:lnTo>
                    <a:pt x="7629" y="4320"/>
                  </a:lnTo>
                  <a:lnTo>
                    <a:pt x="10403" y="2412"/>
                  </a:lnTo>
                  <a:lnTo>
                    <a:pt x="12067" y="1262"/>
                  </a:lnTo>
                  <a:cubicBezTo>
                    <a:pt x="12675" y="830"/>
                    <a:pt x="12271" y="1"/>
                    <a:pt x="11697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D8E4349D-833F-79A4-5C3D-E5702BA2142C}"/>
                </a:ext>
              </a:extLst>
            </p:cNvPr>
            <p:cNvSpPr/>
            <p:nvPr/>
          </p:nvSpPr>
          <p:spPr>
            <a:xfrm>
              <a:off x="7540246" y="2285740"/>
              <a:ext cx="109774" cy="57396"/>
            </a:xfrm>
            <a:custGeom>
              <a:avLst/>
              <a:gdLst/>
              <a:ahLst/>
              <a:cxnLst/>
              <a:rect l="l" t="t" r="r" b="b"/>
              <a:pathLst>
                <a:path w="4791" h="2505" extrusionOk="0">
                  <a:moveTo>
                    <a:pt x="406" y="1"/>
                  </a:moveTo>
                  <a:cubicBezTo>
                    <a:pt x="338" y="55"/>
                    <a:pt x="271" y="109"/>
                    <a:pt x="217" y="190"/>
                  </a:cubicBezTo>
                  <a:cubicBezTo>
                    <a:pt x="0" y="488"/>
                    <a:pt x="81" y="921"/>
                    <a:pt x="393" y="1138"/>
                  </a:cubicBezTo>
                  <a:lnTo>
                    <a:pt x="2070" y="2288"/>
                  </a:lnTo>
                  <a:cubicBezTo>
                    <a:pt x="2977" y="2396"/>
                    <a:pt x="3884" y="2477"/>
                    <a:pt x="4790" y="2504"/>
                  </a:cubicBezTo>
                  <a:lnTo>
                    <a:pt x="1407" y="177"/>
                  </a:lnTo>
                  <a:cubicBezTo>
                    <a:pt x="1083" y="123"/>
                    <a:pt x="744" y="69"/>
                    <a:pt x="406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4309BF21-EBEE-B826-6E31-295107B87818}"/>
                </a:ext>
              </a:extLst>
            </p:cNvPr>
            <p:cNvSpPr/>
            <p:nvPr/>
          </p:nvSpPr>
          <p:spPr>
            <a:xfrm>
              <a:off x="7706728" y="2285740"/>
              <a:ext cx="110072" cy="57396"/>
            </a:xfrm>
            <a:custGeom>
              <a:avLst/>
              <a:gdLst/>
              <a:ahLst/>
              <a:cxnLst/>
              <a:rect l="l" t="t" r="r" b="b"/>
              <a:pathLst>
                <a:path w="4804" h="2505" extrusionOk="0">
                  <a:moveTo>
                    <a:pt x="4384" y="1"/>
                  </a:moveTo>
                  <a:cubicBezTo>
                    <a:pt x="4060" y="55"/>
                    <a:pt x="3721" y="123"/>
                    <a:pt x="3397" y="163"/>
                  </a:cubicBezTo>
                  <a:lnTo>
                    <a:pt x="0" y="2504"/>
                  </a:lnTo>
                  <a:cubicBezTo>
                    <a:pt x="921" y="2477"/>
                    <a:pt x="1827" y="2396"/>
                    <a:pt x="2734" y="2288"/>
                  </a:cubicBezTo>
                  <a:lnTo>
                    <a:pt x="4398" y="1138"/>
                  </a:lnTo>
                  <a:cubicBezTo>
                    <a:pt x="4804" y="867"/>
                    <a:pt x="4790" y="258"/>
                    <a:pt x="438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9050A690-3E0B-0693-782C-0D25FC7EDCE6}"/>
                </a:ext>
              </a:extLst>
            </p:cNvPr>
            <p:cNvSpPr/>
            <p:nvPr/>
          </p:nvSpPr>
          <p:spPr>
            <a:xfrm>
              <a:off x="7508924" y="2264179"/>
              <a:ext cx="337639" cy="60581"/>
            </a:xfrm>
            <a:custGeom>
              <a:avLst/>
              <a:gdLst/>
              <a:ahLst/>
              <a:cxnLst/>
              <a:rect l="l" t="t" r="r" b="b"/>
              <a:pathLst>
                <a:path w="14736" h="2644" extrusionOk="0">
                  <a:moveTo>
                    <a:pt x="1095" y="1"/>
                  </a:moveTo>
                  <a:cubicBezTo>
                    <a:pt x="642" y="1"/>
                    <a:pt x="228" y="305"/>
                    <a:pt x="122" y="752"/>
                  </a:cubicBezTo>
                  <a:lnTo>
                    <a:pt x="122" y="780"/>
                  </a:lnTo>
                  <a:cubicBezTo>
                    <a:pt x="1" y="1321"/>
                    <a:pt x="339" y="1862"/>
                    <a:pt x="894" y="1984"/>
                  </a:cubicBezTo>
                  <a:cubicBezTo>
                    <a:pt x="3032" y="2424"/>
                    <a:pt x="5203" y="2643"/>
                    <a:pt x="7375" y="2643"/>
                  </a:cubicBezTo>
                  <a:cubicBezTo>
                    <a:pt x="9547" y="2643"/>
                    <a:pt x="11718" y="2424"/>
                    <a:pt x="13856" y="1984"/>
                  </a:cubicBezTo>
                  <a:lnTo>
                    <a:pt x="13843" y="1984"/>
                  </a:lnTo>
                  <a:cubicBezTo>
                    <a:pt x="14398" y="1862"/>
                    <a:pt x="14736" y="1321"/>
                    <a:pt x="14614" y="780"/>
                  </a:cubicBezTo>
                  <a:lnTo>
                    <a:pt x="14614" y="752"/>
                  </a:lnTo>
                  <a:cubicBezTo>
                    <a:pt x="14496" y="305"/>
                    <a:pt x="14092" y="1"/>
                    <a:pt x="13641" y="1"/>
                  </a:cubicBezTo>
                  <a:cubicBezTo>
                    <a:pt x="13574" y="1"/>
                    <a:pt x="13505" y="8"/>
                    <a:pt x="13437" y="22"/>
                  </a:cubicBezTo>
                  <a:cubicBezTo>
                    <a:pt x="11434" y="434"/>
                    <a:pt x="9401" y="641"/>
                    <a:pt x="7368" y="641"/>
                  </a:cubicBezTo>
                  <a:cubicBezTo>
                    <a:pt x="5335" y="641"/>
                    <a:pt x="3302" y="434"/>
                    <a:pt x="1300" y="22"/>
                  </a:cubicBezTo>
                  <a:cubicBezTo>
                    <a:pt x="1231" y="8"/>
                    <a:pt x="116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49">
            <a:extLst>
              <a:ext uri="{FF2B5EF4-FFF2-40B4-BE49-F238E27FC236}">
                <a16:creationId xmlns:a16="http://schemas.microsoft.com/office/drawing/2014/main" id="{127D76FB-0D58-8962-AFEB-378C9CC9437E}"/>
              </a:ext>
            </a:extLst>
          </p:cNvPr>
          <p:cNvGrpSpPr/>
          <p:nvPr/>
        </p:nvGrpSpPr>
        <p:grpSpPr>
          <a:xfrm>
            <a:off x="1810686" y="3255031"/>
            <a:ext cx="386787" cy="378534"/>
            <a:chOff x="2622834" y="2125467"/>
            <a:chExt cx="333927" cy="326801"/>
          </a:xfrm>
        </p:grpSpPr>
        <p:sp>
          <p:nvSpPr>
            <p:cNvPr id="1428" name="Google Shape;1428;p49">
              <a:extLst>
                <a:ext uri="{FF2B5EF4-FFF2-40B4-BE49-F238E27FC236}">
                  <a16:creationId xmlns:a16="http://schemas.microsoft.com/office/drawing/2014/main" id="{30BBE7D4-3D49-6594-D974-27F0218813D4}"/>
                </a:ext>
              </a:extLst>
            </p:cNvPr>
            <p:cNvSpPr/>
            <p:nvPr/>
          </p:nvSpPr>
          <p:spPr>
            <a:xfrm>
              <a:off x="2671821" y="2286679"/>
              <a:ext cx="236572" cy="136833"/>
            </a:xfrm>
            <a:custGeom>
              <a:avLst/>
              <a:gdLst/>
              <a:ahLst/>
              <a:cxnLst/>
              <a:rect l="l" t="t" r="r" b="b"/>
              <a:pathLst>
                <a:path w="10325" h="5972" extrusionOk="0">
                  <a:moveTo>
                    <a:pt x="9445" y="880"/>
                  </a:moveTo>
                  <a:cubicBezTo>
                    <a:pt x="9418" y="3221"/>
                    <a:pt x="7510" y="5102"/>
                    <a:pt x="5169" y="5102"/>
                  </a:cubicBezTo>
                  <a:cubicBezTo>
                    <a:pt x="2815" y="5102"/>
                    <a:pt x="907" y="3221"/>
                    <a:pt x="880" y="880"/>
                  </a:cubicBezTo>
                  <a:close/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505"/>
                    <a:pt x="2070" y="5738"/>
                    <a:pt x="4750" y="5954"/>
                  </a:cubicBezTo>
                  <a:cubicBezTo>
                    <a:pt x="4890" y="5966"/>
                    <a:pt x="5030" y="5971"/>
                    <a:pt x="5169" y="5971"/>
                  </a:cubicBezTo>
                  <a:cubicBezTo>
                    <a:pt x="7663" y="5971"/>
                    <a:pt x="9834" y="4163"/>
                    <a:pt x="10257" y="1651"/>
                  </a:cubicBezTo>
                  <a:cubicBezTo>
                    <a:pt x="10297" y="1381"/>
                    <a:pt x="10324" y="1097"/>
                    <a:pt x="10324" y="826"/>
                  </a:cubicBezTo>
                  <a:lnTo>
                    <a:pt x="10324" y="433"/>
                  </a:lnTo>
                  <a:cubicBezTo>
                    <a:pt x="10324" y="190"/>
                    <a:pt x="10121" y="0"/>
                    <a:pt x="987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>
              <a:extLst>
                <a:ext uri="{FF2B5EF4-FFF2-40B4-BE49-F238E27FC236}">
                  <a16:creationId xmlns:a16="http://schemas.microsoft.com/office/drawing/2014/main" id="{6E8AF10D-AD14-2986-F4AB-EEC743635AC5}"/>
                </a:ext>
              </a:extLst>
            </p:cNvPr>
            <p:cNvSpPr/>
            <p:nvPr/>
          </p:nvSpPr>
          <p:spPr>
            <a:xfrm>
              <a:off x="2796762" y="2306842"/>
              <a:ext cx="104504" cy="97057"/>
            </a:xfrm>
            <a:custGeom>
              <a:avLst/>
              <a:gdLst/>
              <a:ahLst/>
              <a:cxnLst/>
              <a:rect l="l" t="t" r="r" b="b"/>
              <a:pathLst>
                <a:path w="4561" h="4236" extrusionOk="0">
                  <a:moveTo>
                    <a:pt x="3992" y="0"/>
                  </a:moveTo>
                  <a:cubicBezTo>
                    <a:pt x="3965" y="2233"/>
                    <a:pt x="2219" y="4073"/>
                    <a:pt x="0" y="4222"/>
                  </a:cubicBezTo>
                  <a:cubicBezTo>
                    <a:pt x="95" y="4222"/>
                    <a:pt x="190" y="4235"/>
                    <a:pt x="284" y="4235"/>
                  </a:cubicBezTo>
                  <a:cubicBezTo>
                    <a:pt x="2625" y="4222"/>
                    <a:pt x="4533" y="2341"/>
                    <a:pt x="4560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>
              <a:extLst>
                <a:ext uri="{FF2B5EF4-FFF2-40B4-BE49-F238E27FC236}">
                  <a16:creationId xmlns:a16="http://schemas.microsoft.com/office/drawing/2014/main" id="{4043747A-8676-DFE5-DDE7-A6B922EACC0F}"/>
                </a:ext>
              </a:extLst>
            </p:cNvPr>
            <p:cNvSpPr/>
            <p:nvPr/>
          </p:nvSpPr>
          <p:spPr>
            <a:xfrm>
              <a:off x="2671821" y="2286679"/>
              <a:ext cx="124965" cy="137063"/>
            </a:xfrm>
            <a:custGeom>
              <a:avLst/>
              <a:gdLst/>
              <a:ahLst/>
              <a:cxnLst/>
              <a:rect l="l" t="t" r="r" b="b"/>
              <a:pathLst>
                <a:path w="5454" h="5982" extrusionOk="0">
                  <a:moveTo>
                    <a:pt x="447" y="0"/>
                  </a:moveTo>
                  <a:cubicBezTo>
                    <a:pt x="203" y="0"/>
                    <a:pt x="0" y="190"/>
                    <a:pt x="0" y="433"/>
                  </a:cubicBezTo>
                  <a:lnTo>
                    <a:pt x="0" y="826"/>
                  </a:lnTo>
                  <a:cubicBezTo>
                    <a:pt x="0" y="3667"/>
                    <a:pt x="2314" y="5981"/>
                    <a:pt x="5169" y="5981"/>
                  </a:cubicBezTo>
                  <a:lnTo>
                    <a:pt x="5453" y="5981"/>
                  </a:lnTo>
                  <a:cubicBezTo>
                    <a:pt x="2720" y="5832"/>
                    <a:pt x="568" y="3573"/>
                    <a:pt x="568" y="826"/>
                  </a:cubicBezTo>
                  <a:lnTo>
                    <a:pt x="568" y="433"/>
                  </a:lnTo>
                  <a:cubicBezTo>
                    <a:pt x="568" y="190"/>
                    <a:pt x="771" y="0"/>
                    <a:pt x="101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>
              <a:extLst>
                <a:ext uri="{FF2B5EF4-FFF2-40B4-BE49-F238E27FC236}">
                  <a16:creationId xmlns:a16="http://schemas.microsoft.com/office/drawing/2014/main" id="{02218B11-96A0-DB4D-E8E1-594FAD553E97}"/>
                </a:ext>
              </a:extLst>
            </p:cNvPr>
            <p:cNvSpPr/>
            <p:nvPr/>
          </p:nvSpPr>
          <p:spPr>
            <a:xfrm>
              <a:off x="2716775" y="2125467"/>
              <a:ext cx="146663" cy="157523"/>
            </a:xfrm>
            <a:custGeom>
              <a:avLst/>
              <a:gdLst/>
              <a:ahLst/>
              <a:cxnLst/>
              <a:rect l="l" t="t" r="r" b="b"/>
              <a:pathLst>
                <a:path w="6401" h="6875" extrusionOk="0">
                  <a:moveTo>
                    <a:pt x="4804" y="0"/>
                  </a:moveTo>
                  <a:cubicBezTo>
                    <a:pt x="3911" y="0"/>
                    <a:pt x="3207" y="718"/>
                    <a:pt x="3207" y="1597"/>
                  </a:cubicBezTo>
                  <a:cubicBezTo>
                    <a:pt x="3166" y="745"/>
                    <a:pt x="2463" y="54"/>
                    <a:pt x="1597" y="54"/>
                  </a:cubicBezTo>
                  <a:cubicBezTo>
                    <a:pt x="744" y="54"/>
                    <a:pt x="27" y="745"/>
                    <a:pt x="0" y="1597"/>
                  </a:cubicBezTo>
                  <a:lnTo>
                    <a:pt x="0" y="6874"/>
                  </a:lnTo>
                  <a:lnTo>
                    <a:pt x="6400" y="6874"/>
                  </a:lnTo>
                  <a:lnTo>
                    <a:pt x="6400" y="1597"/>
                  </a:lnTo>
                  <a:cubicBezTo>
                    <a:pt x="6400" y="718"/>
                    <a:pt x="5683" y="0"/>
                    <a:pt x="4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>
              <a:extLst>
                <a:ext uri="{FF2B5EF4-FFF2-40B4-BE49-F238E27FC236}">
                  <a16:creationId xmlns:a16="http://schemas.microsoft.com/office/drawing/2014/main" id="{AC3F47E3-5499-6F29-7C34-825804328032}"/>
                </a:ext>
              </a:extLst>
            </p:cNvPr>
            <p:cNvSpPr/>
            <p:nvPr/>
          </p:nvSpPr>
          <p:spPr>
            <a:xfrm>
              <a:off x="2716775" y="2204217"/>
              <a:ext cx="146342" cy="56136"/>
            </a:xfrm>
            <a:custGeom>
              <a:avLst/>
              <a:gdLst/>
              <a:ahLst/>
              <a:cxnLst/>
              <a:rect l="l" t="t" r="r" b="b"/>
              <a:pathLst>
                <a:path w="638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6387" y="2449"/>
                  </a:lnTo>
                  <a:lnTo>
                    <a:pt x="638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>
              <a:extLst>
                <a:ext uri="{FF2B5EF4-FFF2-40B4-BE49-F238E27FC236}">
                  <a16:creationId xmlns:a16="http://schemas.microsoft.com/office/drawing/2014/main" id="{2BA25134-BD86-E2D7-EA39-87C0AC1BC0DB}"/>
                </a:ext>
              </a:extLst>
            </p:cNvPr>
            <p:cNvSpPr/>
            <p:nvPr/>
          </p:nvSpPr>
          <p:spPr>
            <a:xfrm>
              <a:off x="2716775" y="2204217"/>
              <a:ext cx="47131" cy="56136"/>
            </a:xfrm>
            <a:custGeom>
              <a:avLst/>
              <a:gdLst/>
              <a:ahLst/>
              <a:cxnLst/>
              <a:rect l="l" t="t" r="r" b="b"/>
              <a:pathLst>
                <a:path w="2057" h="2450" extrusionOk="0">
                  <a:moveTo>
                    <a:pt x="0" y="0"/>
                  </a:moveTo>
                  <a:lnTo>
                    <a:pt x="0" y="2449"/>
                  </a:lnTo>
                  <a:lnTo>
                    <a:pt x="2057" y="244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>
              <a:extLst>
                <a:ext uri="{FF2B5EF4-FFF2-40B4-BE49-F238E27FC236}">
                  <a16:creationId xmlns:a16="http://schemas.microsoft.com/office/drawing/2014/main" id="{D8ED21DC-07C5-8E38-124B-2B50AE05D34B}"/>
                </a:ext>
              </a:extLst>
            </p:cNvPr>
            <p:cNvSpPr/>
            <p:nvPr/>
          </p:nvSpPr>
          <p:spPr>
            <a:xfrm>
              <a:off x="2671821" y="2286656"/>
              <a:ext cx="236869" cy="48414"/>
            </a:xfrm>
            <a:custGeom>
              <a:avLst/>
              <a:gdLst/>
              <a:ahLst/>
              <a:cxnLst/>
              <a:rect l="l" t="t" r="r" b="b"/>
              <a:pathLst>
                <a:path w="10338" h="2113" extrusionOk="0">
                  <a:moveTo>
                    <a:pt x="9901" y="1"/>
                  </a:moveTo>
                  <a:cubicBezTo>
                    <a:pt x="9893" y="1"/>
                    <a:pt x="9886" y="1"/>
                    <a:pt x="9878" y="1"/>
                  </a:cubicBezTo>
                  <a:lnTo>
                    <a:pt x="433" y="1"/>
                  </a:lnTo>
                  <a:cubicBezTo>
                    <a:pt x="190" y="1"/>
                    <a:pt x="0" y="191"/>
                    <a:pt x="0" y="434"/>
                  </a:cubicBezTo>
                  <a:lnTo>
                    <a:pt x="0" y="827"/>
                  </a:lnTo>
                  <a:cubicBezTo>
                    <a:pt x="0" y="1098"/>
                    <a:pt x="14" y="1382"/>
                    <a:pt x="68" y="1652"/>
                  </a:cubicBezTo>
                  <a:cubicBezTo>
                    <a:pt x="379" y="1855"/>
                    <a:pt x="717" y="2004"/>
                    <a:pt x="1083" y="2112"/>
                  </a:cubicBezTo>
                  <a:cubicBezTo>
                    <a:pt x="947" y="1720"/>
                    <a:pt x="880" y="1300"/>
                    <a:pt x="880" y="881"/>
                  </a:cubicBezTo>
                  <a:lnTo>
                    <a:pt x="9445" y="881"/>
                  </a:lnTo>
                  <a:cubicBezTo>
                    <a:pt x="9445" y="1300"/>
                    <a:pt x="9377" y="1720"/>
                    <a:pt x="9255" y="2112"/>
                  </a:cubicBezTo>
                  <a:cubicBezTo>
                    <a:pt x="9607" y="2004"/>
                    <a:pt x="9946" y="1855"/>
                    <a:pt x="10270" y="1652"/>
                  </a:cubicBezTo>
                  <a:cubicBezTo>
                    <a:pt x="10311" y="1382"/>
                    <a:pt x="10338" y="1098"/>
                    <a:pt x="10338" y="827"/>
                  </a:cubicBezTo>
                  <a:lnTo>
                    <a:pt x="10338" y="434"/>
                  </a:lnTo>
                  <a:lnTo>
                    <a:pt x="10324" y="434"/>
                  </a:lnTo>
                  <a:cubicBezTo>
                    <a:pt x="10324" y="199"/>
                    <a:pt x="10134" y="1"/>
                    <a:pt x="9901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>
              <a:extLst>
                <a:ext uri="{FF2B5EF4-FFF2-40B4-BE49-F238E27FC236}">
                  <a16:creationId xmlns:a16="http://schemas.microsoft.com/office/drawing/2014/main" id="{41863456-14A1-EA0A-DA64-98B66E1CA9E7}"/>
                </a:ext>
              </a:extLst>
            </p:cNvPr>
            <p:cNvSpPr/>
            <p:nvPr/>
          </p:nvSpPr>
          <p:spPr>
            <a:xfrm>
              <a:off x="2622834" y="2194915"/>
              <a:ext cx="333927" cy="129295"/>
            </a:xfrm>
            <a:custGeom>
              <a:avLst/>
              <a:gdLst/>
              <a:ahLst/>
              <a:cxnLst/>
              <a:rect l="l" t="t" r="r" b="b"/>
              <a:pathLst>
                <a:path w="14574" h="5643" extrusionOk="0">
                  <a:moveTo>
                    <a:pt x="13531" y="41"/>
                  </a:moveTo>
                  <a:cubicBezTo>
                    <a:pt x="13534" y="41"/>
                    <a:pt x="13536" y="41"/>
                    <a:pt x="13538" y="41"/>
                  </a:cubicBezTo>
                  <a:lnTo>
                    <a:pt x="13538" y="41"/>
                  </a:lnTo>
                  <a:cubicBezTo>
                    <a:pt x="13540" y="41"/>
                    <a:pt x="13543" y="41"/>
                    <a:pt x="13545" y="41"/>
                  </a:cubicBezTo>
                  <a:close/>
                  <a:moveTo>
                    <a:pt x="1056" y="0"/>
                  </a:moveTo>
                  <a:cubicBezTo>
                    <a:pt x="474" y="0"/>
                    <a:pt x="0" y="487"/>
                    <a:pt x="27" y="1083"/>
                  </a:cubicBezTo>
                  <a:cubicBezTo>
                    <a:pt x="27" y="3600"/>
                    <a:pt x="2070" y="5643"/>
                    <a:pt x="4587" y="5643"/>
                  </a:cubicBezTo>
                  <a:lnTo>
                    <a:pt x="10000" y="5643"/>
                  </a:lnTo>
                  <a:cubicBezTo>
                    <a:pt x="12530" y="5643"/>
                    <a:pt x="14573" y="3600"/>
                    <a:pt x="14573" y="1083"/>
                  </a:cubicBezTo>
                  <a:cubicBezTo>
                    <a:pt x="14573" y="517"/>
                    <a:pt x="14117" y="45"/>
                    <a:pt x="13538" y="41"/>
                  </a:cubicBezTo>
                  <a:lnTo>
                    <a:pt x="13538" y="41"/>
                  </a:lnTo>
                  <a:cubicBezTo>
                    <a:pt x="12973" y="45"/>
                    <a:pt x="12517" y="517"/>
                    <a:pt x="12517" y="1083"/>
                  </a:cubicBezTo>
                  <a:cubicBezTo>
                    <a:pt x="12517" y="1732"/>
                    <a:pt x="11989" y="2260"/>
                    <a:pt x="11326" y="2260"/>
                  </a:cubicBezTo>
                  <a:lnTo>
                    <a:pt x="3275" y="2260"/>
                  </a:lnTo>
                  <a:cubicBezTo>
                    <a:pt x="2625" y="2260"/>
                    <a:pt x="2098" y="1732"/>
                    <a:pt x="2098" y="1083"/>
                  </a:cubicBezTo>
                  <a:cubicBezTo>
                    <a:pt x="2111" y="487"/>
                    <a:pt x="1651" y="0"/>
                    <a:pt x="1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>
              <a:extLst>
                <a:ext uri="{FF2B5EF4-FFF2-40B4-BE49-F238E27FC236}">
                  <a16:creationId xmlns:a16="http://schemas.microsoft.com/office/drawing/2014/main" id="{564B4166-D834-171C-2B48-FEF6D092D266}"/>
                </a:ext>
              </a:extLst>
            </p:cNvPr>
            <p:cNvSpPr/>
            <p:nvPr/>
          </p:nvSpPr>
          <p:spPr>
            <a:xfrm>
              <a:off x="2761729" y="2423719"/>
              <a:ext cx="28549" cy="28549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866" y="0"/>
                  </a:moveTo>
                  <a:cubicBezTo>
                    <a:pt x="393" y="0"/>
                    <a:pt x="0" y="393"/>
                    <a:pt x="0" y="880"/>
                  </a:cubicBezTo>
                  <a:lnTo>
                    <a:pt x="0" y="1245"/>
                  </a:lnTo>
                  <a:lnTo>
                    <a:pt x="366" y="1245"/>
                  </a:lnTo>
                  <a:cubicBezTo>
                    <a:pt x="853" y="1245"/>
                    <a:pt x="1231" y="853"/>
                    <a:pt x="1245" y="366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>
              <a:extLst>
                <a:ext uri="{FF2B5EF4-FFF2-40B4-BE49-F238E27FC236}">
                  <a16:creationId xmlns:a16="http://schemas.microsoft.com/office/drawing/2014/main" id="{70BF6DC6-8626-77CB-B843-BCECED7BE610}"/>
                </a:ext>
              </a:extLst>
            </p:cNvPr>
            <p:cNvSpPr/>
            <p:nvPr/>
          </p:nvSpPr>
          <p:spPr>
            <a:xfrm>
              <a:off x="2790255" y="2423719"/>
              <a:ext cx="28228" cy="28549"/>
            </a:xfrm>
            <a:custGeom>
              <a:avLst/>
              <a:gdLst/>
              <a:ahLst/>
              <a:cxnLst/>
              <a:rect l="l" t="t" r="r" b="b"/>
              <a:pathLst>
                <a:path w="1232" h="1246" extrusionOk="0">
                  <a:moveTo>
                    <a:pt x="0" y="0"/>
                  </a:moveTo>
                  <a:lnTo>
                    <a:pt x="0" y="366"/>
                  </a:lnTo>
                  <a:cubicBezTo>
                    <a:pt x="0" y="853"/>
                    <a:pt x="379" y="1245"/>
                    <a:pt x="866" y="1245"/>
                  </a:cubicBezTo>
                  <a:lnTo>
                    <a:pt x="1231" y="1245"/>
                  </a:lnTo>
                  <a:lnTo>
                    <a:pt x="1231" y="880"/>
                  </a:lnTo>
                  <a:cubicBezTo>
                    <a:pt x="1231" y="393"/>
                    <a:pt x="839" y="0"/>
                    <a:pt x="36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749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" grpId="0" build="p"/>
      <p:bldP spid="139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60"/>
          <p:cNvSpPr txBox="1">
            <a:spLocks noGrp="1"/>
          </p:cNvSpPr>
          <p:nvPr>
            <p:ph type="title"/>
          </p:nvPr>
        </p:nvSpPr>
        <p:spPr>
          <a:xfrm>
            <a:off x="2114550" y="2343150"/>
            <a:ext cx="4914900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</a:t>
            </a:r>
            <a:endParaRPr dirty="0"/>
          </a:p>
        </p:txBody>
      </p:sp>
      <p:sp>
        <p:nvSpPr>
          <p:cNvPr id="1738" name="Google Shape;1738;p60"/>
          <p:cNvSpPr txBox="1">
            <a:spLocks noGrp="1"/>
          </p:cNvSpPr>
          <p:nvPr>
            <p:ph type="title" idx="2"/>
          </p:nvPr>
        </p:nvSpPr>
        <p:spPr>
          <a:xfrm>
            <a:off x="3785375" y="1085850"/>
            <a:ext cx="1605600" cy="14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39" name="Google Shape;1739;p60"/>
          <p:cNvSpPr txBox="1">
            <a:spLocks noGrp="1"/>
          </p:cNvSpPr>
          <p:nvPr>
            <p:ph type="subTitle" idx="1"/>
          </p:nvPr>
        </p:nvSpPr>
        <p:spPr>
          <a:xfrm>
            <a:off x="2508800" y="3420350"/>
            <a:ext cx="4158600" cy="417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We will talk about the project architecture.</a:t>
            </a:r>
            <a:endParaRPr dirty="0"/>
          </a:p>
        </p:txBody>
      </p:sp>
      <p:sp>
        <p:nvSpPr>
          <p:cNvPr id="1740" name="Google Shape;1740;p60"/>
          <p:cNvSpPr/>
          <p:nvPr/>
        </p:nvSpPr>
        <p:spPr>
          <a:xfrm flipH="1">
            <a:off x="3431413" y="14754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60"/>
          <p:cNvSpPr/>
          <p:nvPr/>
        </p:nvSpPr>
        <p:spPr>
          <a:xfrm flipH="1">
            <a:off x="5532188" y="14754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60"/>
          <p:cNvSpPr/>
          <p:nvPr/>
        </p:nvSpPr>
        <p:spPr>
          <a:xfrm>
            <a:off x="8098750" y="228242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60"/>
          <p:cNvSpPr/>
          <p:nvPr/>
        </p:nvSpPr>
        <p:spPr>
          <a:xfrm>
            <a:off x="1192000" y="257175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60"/>
          <p:cNvSpPr/>
          <p:nvPr/>
        </p:nvSpPr>
        <p:spPr>
          <a:xfrm>
            <a:off x="7593928" y="29989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60"/>
          <p:cNvSpPr/>
          <p:nvPr/>
        </p:nvSpPr>
        <p:spPr>
          <a:xfrm>
            <a:off x="1550063" y="341353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60"/>
          <p:cNvSpPr/>
          <p:nvPr/>
        </p:nvSpPr>
        <p:spPr>
          <a:xfrm>
            <a:off x="1247066" y="3997691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60"/>
          <p:cNvSpPr/>
          <p:nvPr/>
        </p:nvSpPr>
        <p:spPr>
          <a:xfrm>
            <a:off x="7716388" y="399768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3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3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7" grpId="0"/>
      <p:bldP spid="1738" grpId="0"/>
      <p:bldP spid="1739" grpId="0" build="p" animBg="1"/>
      <p:bldP spid="1740" grpId="0" animBg="1"/>
      <p:bldP spid="174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System Flow &amp; API Integration</a:t>
            </a:r>
          </a:p>
        </p:txBody>
      </p:sp>
      <p:sp>
        <p:nvSpPr>
          <p:cNvPr id="1321" name="Google Shape;1321;p47"/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en-IN" sz="1200" dirty="0"/>
              <a:t>Web clients communicate with Flask blueprint controllers using asynchronous HTTP requests for seamless, uninterrupted page loading.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en-IN" sz="1200" dirty="0"/>
              <a:t>Controllers verify session-based user authentication states before retrieving requested views or processing interaction blueprints.</a:t>
            </a:r>
          </a:p>
        </p:txBody>
      </p:sp>
      <p:sp>
        <p:nvSpPr>
          <p:cNvPr id="1323" name="Google Shape;1323;p47"/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Client-Server Architecture</a:t>
            </a:r>
            <a:endParaRPr sz="2000" dirty="0"/>
          </a:p>
        </p:txBody>
      </p:sp>
      <p:grpSp>
        <p:nvGrpSpPr>
          <p:cNvPr id="1341" name="Google Shape;1341;p47"/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/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/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/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/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/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/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/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/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" grpId="0" build="p"/>
      <p:bldP spid="132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28E2F634-E4A0-812E-32C2-66563448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>
            <a:extLst>
              <a:ext uri="{FF2B5EF4-FFF2-40B4-BE49-F238E27FC236}">
                <a16:creationId xmlns:a16="http://schemas.microsoft.com/office/drawing/2014/main" id="{0C3C3C33-9A59-DFA0-2034-54DEDFD89F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System Flow &amp; API Integration</a:t>
            </a:r>
          </a:p>
        </p:txBody>
      </p:sp>
      <p:sp>
        <p:nvSpPr>
          <p:cNvPr id="1320" name="Google Shape;1320;p47">
            <a:extLst>
              <a:ext uri="{FF2B5EF4-FFF2-40B4-BE49-F238E27FC236}">
                <a16:creationId xmlns:a16="http://schemas.microsoft.com/office/drawing/2014/main" id="{B50A9CA8-A24D-8CAE-5BAD-2040506883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0309" y="2623392"/>
            <a:ext cx="279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A background metadata scraper queries TMDB and Wikipedia CDN APIs on-the-fly when movie listings lack essential poster paths.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Retrieved metadata and remote image links are cached locally to minimize API queries and boost load speeds.</a:t>
            </a:r>
          </a:p>
        </p:txBody>
      </p:sp>
      <p:sp>
        <p:nvSpPr>
          <p:cNvPr id="1321" name="Google Shape;1321;p47">
            <a:extLst>
              <a:ext uri="{FF2B5EF4-FFF2-40B4-BE49-F238E27FC236}">
                <a16:creationId xmlns:a16="http://schemas.microsoft.com/office/drawing/2014/main" id="{6E28E9DD-DA19-0B86-D1B4-838946B91CF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en-IN" sz="1200" dirty="0"/>
              <a:t>Web clients communicate with Flask blueprint controllers using asynchronous HTTP requests for seamless, uninterrupted page loading.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en-IN" sz="1200" dirty="0"/>
              <a:t>Controllers verify session-based user authentication states before retrieving requested views or processing interaction blueprints.</a:t>
            </a:r>
          </a:p>
        </p:txBody>
      </p:sp>
      <p:sp>
        <p:nvSpPr>
          <p:cNvPr id="1322" name="Google Shape;1322;p47">
            <a:extLst>
              <a:ext uri="{FF2B5EF4-FFF2-40B4-BE49-F238E27FC236}">
                <a16:creationId xmlns:a16="http://schemas.microsoft.com/office/drawing/2014/main" id="{B463B06F-2F88-3419-D72D-215CA27394E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61058" y="2077387"/>
            <a:ext cx="2880863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API &amp; Scraper Integration</a:t>
            </a:r>
            <a:endParaRPr sz="2000" dirty="0"/>
          </a:p>
        </p:txBody>
      </p:sp>
      <p:sp>
        <p:nvSpPr>
          <p:cNvPr id="1323" name="Google Shape;1323;p47">
            <a:extLst>
              <a:ext uri="{FF2B5EF4-FFF2-40B4-BE49-F238E27FC236}">
                <a16:creationId xmlns:a16="http://schemas.microsoft.com/office/drawing/2014/main" id="{BA05F769-418F-96D5-1459-1FC6D34BC60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Client-Server Architecture</a:t>
            </a:r>
            <a:endParaRPr sz="2000" dirty="0"/>
          </a:p>
        </p:txBody>
      </p:sp>
      <p:grpSp>
        <p:nvGrpSpPr>
          <p:cNvPr id="1324" name="Google Shape;1324;p47">
            <a:extLst>
              <a:ext uri="{FF2B5EF4-FFF2-40B4-BE49-F238E27FC236}">
                <a16:creationId xmlns:a16="http://schemas.microsoft.com/office/drawing/2014/main" id="{FD7BE24E-45B9-C98F-7B37-D230640FE47B}"/>
              </a:ext>
            </a:extLst>
          </p:cNvPr>
          <p:cNvGrpSpPr/>
          <p:nvPr/>
        </p:nvGrpSpPr>
        <p:grpSpPr>
          <a:xfrm>
            <a:off x="6054701" y="1599106"/>
            <a:ext cx="401517" cy="411018"/>
            <a:chOff x="4662527" y="4160028"/>
            <a:chExt cx="346643" cy="354846"/>
          </a:xfrm>
        </p:grpSpPr>
        <p:sp>
          <p:nvSpPr>
            <p:cNvPr id="1325" name="Google Shape;1325;p47">
              <a:extLst>
                <a:ext uri="{FF2B5EF4-FFF2-40B4-BE49-F238E27FC236}">
                  <a16:creationId xmlns:a16="http://schemas.microsoft.com/office/drawing/2014/main" id="{6A7D6D8C-381D-59FB-5846-F71678790CBD}"/>
                </a:ext>
              </a:extLst>
            </p:cNvPr>
            <p:cNvSpPr/>
            <p:nvPr/>
          </p:nvSpPr>
          <p:spPr>
            <a:xfrm>
              <a:off x="4705305" y="4160143"/>
              <a:ext cx="275958" cy="243743"/>
            </a:xfrm>
            <a:custGeom>
              <a:avLst/>
              <a:gdLst/>
              <a:ahLst/>
              <a:cxnLst/>
              <a:rect l="l" t="t" r="r" b="b"/>
              <a:pathLst>
                <a:path w="12044" h="10638" extrusionOk="0">
                  <a:moveTo>
                    <a:pt x="4524" y="1"/>
                  </a:moveTo>
                  <a:cubicBezTo>
                    <a:pt x="4104" y="1"/>
                    <a:pt x="3680" y="59"/>
                    <a:pt x="3262" y="178"/>
                  </a:cubicBezTo>
                  <a:cubicBezTo>
                    <a:pt x="1340" y="747"/>
                    <a:pt x="1" y="2519"/>
                    <a:pt x="1" y="4535"/>
                  </a:cubicBezTo>
                  <a:lnTo>
                    <a:pt x="1" y="10597"/>
                  </a:lnTo>
                  <a:lnTo>
                    <a:pt x="12043" y="10638"/>
                  </a:lnTo>
                  <a:lnTo>
                    <a:pt x="12043" y="3088"/>
                  </a:lnTo>
                  <a:cubicBezTo>
                    <a:pt x="12043" y="1859"/>
                    <a:pt x="11053" y="1112"/>
                    <a:pt x="10046" y="1112"/>
                  </a:cubicBezTo>
                  <a:cubicBezTo>
                    <a:pt x="9402" y="1112"/>
                    <a:pt x="8751" y="1418"/>
                    <a:pt x="8349" y="2100"/>
                  </a:cubicBezTo>
                  <a:cubicBezTo>
                    <a:pt x="7501" y="763"/>
                    <a:pt x="6045" y="1"/>
                    <a:pt x="452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>
              <a:extLst>
                <a:ext uri="{FF2B5EF4-FFF2-40B4-BE49-F238E27FC236}">
                  <a16:creationId xmlns:a16="http://schemas.microsoft.com/office/drawing/2014/main" id="{979F3BF0-C234-88A0-614E-0D08561EA243}"/>
                </a:ext>
              </a:extLst>
            </p:cNvPr>
            <p:cNvSpPr/>
            <p:nvPr/>
          </p:nvSpPr>
          <p:spPr>
            <a:xfrm>
              <a:off x="4705305" y="4160028"/>
              <a:ext cx="148221" cy="242941"/>
            </a:xfrm>
            <a:custGeom>
              <a:avLst/>
              <a:gdLst/>
              <a:ahLst/>
              <a:cxnLst/>
              <a:rect l="l" t="t" r="r" b="b"/>
              <a:pathLst>
                <a:path w="6469" h="10603" extrusionOk="0">
                  <a:moveTo>
                    <a:pt x="4535" y="0"/>
                  </a:moveTo>
                  <a:cubicBezTo>
                    <a:pt x="2156" y="0"/>
                    <a:pt x="11" y="1918"/>
                    <a:pt x="1" y="4540"/>
                  </a:cubicBezTo>
                  <a:lnTo>
                    <a:pt x="1" y="10602"/>
                  </a:lnTo>
                  <a:lnTo>
                    <a:pt x="3884" y="10602"/>
                  </a:lnTo>
                  <a:lnTo>
                    <a:pt x="3884" y="4540"/>
                  </a:lnTo>
                  <a:cubicBezTo>
                    <a:pt x="3884" y="2781"/>
                    <a:pt x="4885" y="1185"/>
                    <a:pt x="6469" y="441"/>
                  </a:cubicBezTo>
                  <a:cubicBezTo>
                    <a:pt x="5832" y="139"/>
                    <a:pt x="5175" y="0"/>
                    <a:pt x="453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>
              <a:extLst>
                <a:ext uri="{FF2B5EF4-FFF2-40B4-BE49-F238E27FC236}">
                  <a16:creationId xmlns:a16="http://schemas.microsoft.com/office/drawing/2014/main" id="{9F557927-5990-6D4D-CA7F-40591009FB4C}"/>
                </a:ext>
              </a:extLst>
            </p:cNvPr>
            <p:cNvSpPr/>
            <p:nvPr/>
          </p:nvSpPr>
          <p:spPr>
            <a:xfrm>
              <a:off x="4662527" y="4372244"/>
              <a:ext cx="87136" cy="74924"/>
            </a:xfrm>
            <a:custGeom>
              <a:avLst/>
              <a:gdLst/>
              <a:ahLst/>
              <a:cxnLst/>
              <a:rect l="l" t="t" r="r" b="b"/>
              <a:pathLst>
                <a:path w="3803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3" y="3269"/>
                    <a:pt x="3803" y="2618"/>
                    <a:pt x="3803" y="1638"/>
                  </a:cubicBezTo>
                  <a:cubicBezTo>
                    <a:pt x="3803" y="731"/>
                    <a:pt x="3072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7">
              <a:extLst>
                <a:ext uri="{FF2B5EF4-FFF2-40B4-BE49-F238E27FC236}">
                  <a16:creationId xmlns:a16="http://schemas.microsoft.com/office/drawing/2014/main" id="{16A2ADB6-787D-3B67-593B-746FEF1B10AE}"/>
                </a:ext>
              </a:extLst>
            </p:cNvPr>
            <p:cNvSpPr/>
            <p:nvPr/>
          </p:nvSpPr>
          <p:spPr>
            <a:xfrm>
              <a:off x="4921713" y="4372244"/>
              <a:ext cx="87457" cy="74924"/>
            </a:xfrm>
            <a:custGeom>
              <a:avLst/>
              <a:gdLst/>
              <a:ahLst/>
              <a:cxnLst/>
              <a:rect l="l" t="t" r="r" b="b"/>
              <a:pathLst>
                <a:path w="3817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5" y="3269"/>
                    <a:pt x="3807" y="2618"/>
                    <a:pt x="3816" y="1638"/>
                  </a:cubicBezTo>
                  <a:cubicBezTo>
                    <a:pt x="3816" y="731"/>
                    <a:pt x="3086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7">
              <a:extLst>
                <a:ext uri="{FF2B5EF4-FFF2-40B4-BE49-F238E27FC236}">
                  <a16:creationId xmlns:a16="http://schemas.microsoft.com/office/drawing/2014/main" id="{0126A4B2-865E-D9AD-F62A-3F577831F64D}"/>
                </a:ext>
              </a:extLst>
            </p:cNvPr>
            <p:cNvSpPr/>
            <p:nvPr/>
          </p:nvSpPr>
          <p:spPr>
            <a:xfrm>
              <a:off x="4695132" y="4396737"/>
              <a:ext cx="42136" cy="21423"/>
            </a:xfrm>
            <a:custGeom>
              <a:avLst/>
              <a:gdLst/>
              <a:ahLst/>
              <a:cxnLst/>
              <a:rect l="l" t="t" r="r" b="b"/>
              <a:pathLst>
                <a:path w="1839" h="935" extrusionOk="0">
                  <a:moveTo>
                    <a:pt x="650" y="0"/>
                  </a:moveTo>
                  <a:cubicBezTo>
                    <a:pt x="529" y="0"/>
                    <a:pt x="409" y="15"/>
                    <a:pt x="296" y="41"/>
                  </a:cubicBezTo>
                  <a:cubicBezTo>
                    <a:pt x="0" y="103"/>
                    <a:pt x="75" y="500"/>
                    <a:pt x="325" y="500"/>
                  </a:cubicBezTo>
                  <a:cubicBezTo>
                    <a:pt x="349" y="500"/>
                    <a:pt x="376" y="496"/>
                    <a:pt x="404" y="488"/>
                  </a:cubicBezTo>
                  <a:cubicBezTo>
                    <a:pt x="483" y="472"/>
                    <a:pt x="563" y="465"/>
                    <a:pt x="642" y="465"/>
                  </a:cubicBezTo>
                  <a:cubicBezTo>
                    <a:pt x="698" y="465"/>
                    <a:pt x="754" y="469"/>
                    <a:pt x="810" y="474"/>
                  </a:cubicBezTo>
                  <a:cubicBezTo>
                    <a:pt x="1040" y="488"/>
                    <a:pt x="1257" y="610"/>
                    <a:pt x="1365" y="813"/>
                  </a:cubicBezTo>
                  <a:cubicBezTo>
                    <a:pt x="1405" y="880"/>
                    <a:pt x="1487" y="934"/>
                    <a:pt x="1568" y="934"/>
                  </a:cubicBezTo>
                  <a:lnTo>
                    <a:pt x="1568" y="921"/>
                  </a:lnTo>
                  <a:cubicBezTo>
                    <a:pt x="1608" y="921"/>
                    <a:pt x="1649" y="921"/>
                    <a:pt x="1690" y="894"/>
                  </a:cubicBezTo>
                  <a:cubicBezTo>
                    <a:pt x="1798" y="826"/>
                    <a:pt x="1838" y="691"/>
                    <a:pt x="1771" y="583"/>
                  </a:cubicBezTo>
                  <a:cubicBezTo>
                    <a:pt x="1581" y="244"/>
                    <a:pt x="1230" y="28"/>
                    <a:pt x="851" y="14"/>
                  </a:cubicBezTo>
                  <a:cubicBezTo>
                    <a:pt x="784" y="5"/>
                    <a:pt x="716" y="0"/>
                    <a:pt x="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7">
              <a:extLst>
                <a:ext uri="{FF2B5EF4-FFF2-40B4-BE49-F238E27FC236}">
                  <a16:creationId xmlns:a16="http://schemas.microsoft.com/office/drawing/2014/main" id="{27812EC5-5C44-3AD5-610E-30BCD8870CD0}"/>
                </a:ext>
              </a:extLst>
            </p:cNvPr>
            <p:cNvSpPr/>
            <p:nvPr/>
          </p:nvSpPr>
          <p:spPr>
            <a:xfrm>
              <a:off x="4946826" y="4396737"/>
              <a:ext cx="42228" cy="21423"/>
            </a:xfrm>
            <a:custGeom>
              <a:avLst/>
              <a:gdLst/>
              <a:ahLst/>
              <a:cxnLst/>
              <a:rect l="l" t="t" r="r" b="b"/>
              <a:pathLst>
                <a:path w="1843" h="935" extrusionOk="0">
                  <a:moveTo>
                    <a:pt x="1189" y="0"/>
                  </a:moveTo>
                  <a:cubicBezTo>
                    <a:pt x="1122" y="0"/>
                    <a:pt x="1055" y="5"/>
                    <a:pt x="988" y="14"/>
                  </a:cubicBezTo>
                  <a:cubicBezTo>
                    <a:pt x="596" y="28"/>
                    <a:pt x="258" y="244"/>
                    <a:pt x="55" y="583"/>
                  </a:cubicBezTo>
                  <a:cubicBezTo>
                    <a:pt x="0" y="691"/>
                    <a:pt x="41" y="840"/>
                    <a:pt x="149" y="907"/>
                  </a:cubicBezTo>
                  <a:cubicBezTo>
                    <a:pt x="190" y="921"/>
                    <a:pt x="217" y="934"/>
                    <a:pt x="258" y="934"/>
                  </a:cubicBezTo>
                  <a:cubicBezTo>
                    <a:pt x="352" y="934"/>
                    <a:pt x="420" y="880"/>
                    <a:pt x="460" y="813"/>
                  </a:cubicBezTo>
                  <a:cubicBezTo>
                    <a:pt x="618" y="530"/>
                    <a:pt x="912" y="470"/>
                    <a:pt x="1136" y="470"/>
                  </a:cubicBezTo>
                  <a:cubicBezTo>
                    <a:pt x="1298" y="470"/>
                    <a:pt x="1423" y="501"/>
                    <a:pt x="1435" y="501"/>
                  </a:cubicBezTo>
                  <a:cubicBezTo>
                    <a:pt x="1459" y="508"/>
                    <a:pt x="1482" y="511"/>
                    <a:pt x="1504" y="511"/>
                  </a:cubicBezTo>
                  <a:cubicBezTo>
                    <a:pt x="1762" y="511"/>
                    <a:pt x="1842" y="104"/>
                    <a:pt x="1543" y="41"/>
                  </a:cubicBezTo>
                  <a:cubicBezTo>
                    <a:pt x="1429" y="15"/>
                    <a:pt x="1310" y="0"/>
                    <a:pt x="1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7">
              <a:extLst>
                <a:ext uri="{FF2B5EF4-FFF2-40B4-BE49-F238E27FC236}">
                  <a16:creationId xmlns:a16="http://schemas.microsoft.com/office/drawing/2014/main" id="{02A38F58-D919-B8BA-F351-D4CDC2A83EC0}"/>
                </a:ext>
              </a:extLst>
            </p:cNvPr>
            <p:cNvSpPr/>
            <p:nvPr/>
          </p:nvSpPr>
          <p:spPr>
            <a:xfrm>
              <a:off x="4731036" y="4259698"/>
              <a:ext cx="221701" cy="255177"/>
            </a:xfrm>
            <a:custGeom>
              <a:avLst/>
              <a:gdLst/>
              <a:ahLst/>
              <a:cxnLst/>
              <a:rect l="l" t="t" r="r" b="b"/>
              <a:pathLst>
                <a:path w="9676" h="11137" extrusionOk="0">
                  <a:moveTo>
                    <a:pt x="8282" y="1"/>
                  </a:moveTo>
                  <a:cubicBezTo>
                    <a:pt x="7607" y="1351"/>
                    <a:pt x="6244" y="2129"/>
                    <a:pt x="4835" y="2129"/>
                  </a:cubicBezTo>
                  <a:cubicBezTo>
                    <a:pt x="4211" y="2129"/>
                    <a:pt x="3577" y="1976"/>
                    <a:pt x="2991" y="1652"/>
                  </a:cubicBezTo>
                  <a:cubicBezTo>
                    <a:pt x="2672" y="1473"/>
                    <a:pt x="2336" y="1391"/>
                    <a:pt x="2007" y="1391"/>
                  </a:cubicBezTo>
                  <a:cubicBezTo>
                    <a:pt x="971" y="1391"/>
                    <a:pt x="21" y="2209"/>
                    <a:pt x="1" y="3370"/>
                  </a:cubicBezTo>
                  <a:cubicBezTo>
                    <a:pt x="1" y="3384"/>
                    <a:pt x="1" y="3397"/>
                    <a:pt x="1" y="3411"/>
                  </a:cubicBezTo>
                  <a:lnTo>
                    <a:pt x="1" y="6685"/>
                  </a:lnTo>
                  <a:cubicBezTo>
                    <a:pt x="1" y="9134"/>
                    <a:pt x="2003" y="11137"/>
                    <a:pt x="4466" y="11137"/>
                  </a:cubicBezTo>
                  <a:lnTo>
                    <a:pt x="5224" y="11137"/>
                  </a:lnTo>
                  <a:cubicBezTo>
                    <a:pt x="7686" y="11137"/>
                    <a:pt x="9676" y="9134"/>
                    <a:pt x="9676" y="6685"/>
                  </a:cubicBezTo>
                  <a:lnTo>
                    <a:pt x="9676" y="3411"/>
                  </a:lnTo>
                  <a:cubicBezTo>
                    <a:pt x="9676" y="2125"/>
                    <a:pt x="9175" y="908"/>
                    <a:pt x="8282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7">
              <a:extLst>
                <a:ext uri="{FF2B5EF4-FFF2-40B4-BE49-F238E27FC236}">
                  <a16:creationId xmlns:a16="http://schemas.microsoft.com/office/drawing/2014/main" id="{6D285B86-C11F-07F6-48CF-2AC040D931FA}"/>
                </a:ext>
              </a:extLst>
            </p:cNvPr>
            <p:cNvSpPr/>
            <p:nvPr/>
          </p:nvSpPr>
          <p:spPr>
            <a:xfrm>
              <a:off x="4731036" y="4291431"/>
              <a:ext cx="144188" cy="223443"/>
            </a:xfrm>
            <a:custGeom>
              <a:avLst/>
              <a:gdLst/>
              <a:ahLst/>
              <a:cxnLst/>
              <a:rect l="l" t="t" r="r" b="b"/>
              <a:pathLst>
                <a:path w="6293" h="9752" extrusionOk="0">
                  <a:moveTo>
                    <a:pt x="2013" y="0"/>
                  </a:moveTo>
                  <a:cubicBezTo>
                    <a:pt x="971" y="0"/>
                    <a:pt x="11" y="825"/>
                    <a:pt x="1" y="1985"/>
                  </a:cubicBezTo>
                  <a:cubicBezTo>
                    <a:pt x="1" y="1999"/>
                    <a:pt x="1" y="2012"/>
                    <a:pt x="1" y="2026"/>
                  </a:cubicBezTo>
                  <a:lnTo>
                    <a:pt x="1" y="5287"/>
                  </a:lnTo>
                  <a:cubicBezTo>
                    <a:pt x="1" y="7749"/>
                    <a:pt x="2003" y="9752"/>
                    <a:pt x="4466" y="9752"/>
                  </a:cubicBezTo>
                  <a:lnTo>
                    <a:pt x="5224" y="9752"/>
                  </a:lnTo>
                  <a:cubicBezTo>
                    <a:pt x="5589" y="9752"/>
                    <a:pt x="5941" y="9711"/>
                    <a:pt x="6293" y="9617"/>
                  </a:cubicBezTo>
                  <a:cubicBezTo>
                    <a:pt x="4304" y="9130"/>
                    <a:pt x="2910" y="7343"/>
                    <a:pt x="2910" y="5287"/>
                  </a:cubicBezTo>
                  <a:lnTo>
                    <a:pt x="2910" y="1985"/>
                  </a:lnTo>
                  <a:cubicBezTo>
                    <a:pt x="2910" y="1417"/>
                    <a:pt x="3154" y="889"/>
                    <a:pt x="3573" y="524"/>
                  </a:cubicBezTo>
                  <a:cubicBezTo>
                    <a:pt x="3370" y="456"/>
                    <a:pt x="3181" y="361"/>
                    <a:pt x="3005" y="267"/>
                  </a:cubicBezTo>
                  <a:cubicBezTo>
                    <a:pt x="2685" y="84"/>
                    <a:pt x="2345" y="0"/>
                    <a:pt x="2013" y="0"/>
                  </a:cubicBezTo>
                  <a:close/>
                </a:path>
              </a:pathLst>
            </a:custGeom>
            <a:solidFill>
              <a:srgbClr val="F5A95A">
                <a:alpha val="25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7">
              <a:extLst>
                <a:ext uri="{FF2B5EF4-FFF2-40B4-BE49-F238E27FC236}">
                  <a16:creationId xmlns:a16="http://schemas.microsoft.com/office/drawing/2014/main" id="{888656EA-7BD3-FF82-41CB-0FE552E96871}"/>
                </a:ext>
              </a:extLst>
            </p:cNvPr>
            <p:cNvSpPr/>
            <p:nvPr/>
          </p:nvSpPr>
          <p:spPr>
            <a:xfrm>
              <a:off x="4719579" y="4335057"/>
              <a:ext cx="245553" cy="74718"/>
            </a:xfrm>
            <a:custGeom>
              <a:avLst/>
              <a:gdLst/>
              <a:ahLst/>
              <a:cxnLst/>
              <a:rect l="l" t="t" r="r" b="b"/>
              <a:pathLst>
                <a:path w="10717" h="3261" extrusionOk="0">
                  <a:moveTo>
                    <a:pt x="623" y="0"/>
                  </a:moveTo>
                  <a:cubicBezTo>
                    <a:pt x="271" y="0"/>
                    <a:pt x="0" y="325"/>
                    <a:pt x="81" y="677"/>
                  </a:cubicBezTo>
                  <a:lnTo>
                    <a:pt x="68" y="677"/>
                  </a:lnTo>
                  <a:lnTo>
                    <a:pt x="514" y="2814"/>
                  </a:lnTo>
                  <a:cubicBezTo>
                    <a:pt x="568" y="3072"/>
                    <a:pt x="798" y="3261"/>
                    <a:pt x="1056" y="3261"/>
                  </a:cubicBezTo>
                  <a:lnTo>
                    <a:pt x="4100" y="3261"/>
                  </a:lnTo>
                  <a:cubicBezTo>
                    <a:pt x="4371" y="3261"/>
                    <a:pt x="4587" y="3072"/>
                    <a:pt x="4641" y="2814"/>
                  </a:cubicBezTo>
                  <a:lnTo>
                    <a:pt x="4980" y="1218"/>
                  </a:lnTo>
                  <a:lnTo>
                    <a:pt x="5724" y="1218"/>
                  </a:lnTo>
                  <a:lnTo>
                    <a:pt x="6062" y="2814"/>
                  </a:lnTo>
                  <a:cubicBezTo>
                    <a:pt x="6116" y="3072"/>
                    <a:pt x="6346" y="3261"/>
                    <a:pt x="6603" y="3261"/>
                  </a:cubicBezTo>
                  <a:lnTo>
                    <a:pt x="9648" y="3261"/>
                  </a:lnTo>
                  <a:cubicBezTo>
                    <a:pt x="9918" y="3261"/>
                    <a:pt x="10148" y="3072"/>
                    <a:pt x="10203" y="2814"/>
                  </a:cubicBezTo>
                  <a:lnTo>
                    <a:pt x="10636" y="677"/>
                  </a:lnTo>
                  <a:cubicBezTo>
                    <a:pt x="10717" y="325"/>
                    <a:pt x="10460" y="0"/>
                    <a:pt x="1009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7">
              <a:extLst>
                <a:ext uri="{FF2B5EF4-FFF2-40B4-BE49-F238E27FC236}">
                  <a16:creationId xmlns:a16="http://schemas.microsoft.com/office/drawing/2014/main" id="{DE586C50-9960-D07A-1EEF-98E919790F4D}"/>
                </a:ext>
              </a:extLst>
            </p:cNvPr>
            <p:cNvSpPr/>
            <p:nvPr/>
          </p:nvSpPr>
          <p:spPr>
            <a:xfrm>
              <a:off x="4850410" y="4362941"/>
              <a:ext cx="32261" cy="46833"/>
            </a:xfrm>
            <a:custGeom>
              <a:avLst/>
              <a:gdLst/>
              <a:ahLst/>
              <a:cxnLst/>
              <a:rect l="l" t="t" r="r" b="b"/>
              <a:pathLst>
                <a:path w="1408" h="2044" extrusionOk="0">
                  <a:moveTo>
                    <a:pt x="0" y="1"/>
                  </a:moveTo>
                  <a:lnTo>
                    <a:pt x="339" y="1597"/>
                  </a:lnTo>
                  <a:cubicBezTo>
                    <a:pt x="393" y="1855"/>
                    <a:pt x="623" y="2044"/>
                    <a:pt x="880" y="2044"/>
                  </a:cubicBezTo>
                  <a:lnTo>
                    <a:pt x="1407" y="2044"/>
                  </a:lnTo>
                  <a:cubicBezTo>
                    <a:pt x="1150" y="2044"/>
                    <a:pt x="920" y="1855"/>
                    <a:pt x="866" y="1597"/>
                  </a:cubicBezTo>
                  <a:lnTo>
                    <a:pt x="528" y="1"/>
                  </a:ln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7">
              <a:extLst>
                <a:ext uri="{FF2B5EF4-FFF2-40B4-BE49-F238E27FC236}">
                  <a16:creationId xmlns:a16="http://schemas.microsoft.com/office/drawing/2014/main" id="{CD49F921-8644-C6D5-7B97-24D3E6DAE7DD}"/>
                </a:ext>
              </a:extLst>
            </p:cNvPr>
            <p:cNvSpPr/>
            <p:nvPr/>
          </p:nvSpPr>
          <p:spPr>
            <a:xfrm>
              <a:off x="4719259" y="4335057"/>
              <a:ext cx="36614" cy="74718"/>
            </a:xfrm>
            <a:custGeom>
              <a:avLst/>
              <a:gdLst/>
              <a:ahLst/>
              <a:cxnLst/>
              <a:rect l="l" t="t" r="r" b="b"/>
              <a:pathLst>
                <a:path w="1598" h="3261" extrusionOk="0">
                  <a:moveTo>
                    <a:pt x="623" y="0"/>
                  </a:moveTo>
                  <a:cubicBezTo>
                    <a:pt x="271" y="0"/>
                    <a:pt x="1" y="325"/>
                    <a:pt x="82" y="677"/>
                  </a:cubicBezTo>
                  <a:lnTo>
                    <a:pt x="528" y="2814"/>
                  </a:lnTo>
                  <a:cubicBezTo>
                    <a:pt x="582" y="3072"/>
                    <a:pt x="812" y="3261"/>
                    <a:pt x="1070" y="3261"/>
                  </a:cubicBezTo>
                  <a:lnTo>
                    <a:pt x="1597" y="3261"/>
                  </a:lnTo>
                  <a:cubicBezTo>
                    <a:pt x="1340" y="3261"/>
                    <a:pt x="1110" y="3072"/>
                    <a:pt x="1056" y="2814"/>
                  </a:cubicBezTo>
                  <a:lnTo>
                    <a:pt x="610" y="677"/>
                  </a:lnTo>
                  <a:cubicBezTo>
                    <a:pt x="542" y="325"/>
                    <a:pt x="799" y="0"/>
                    <a:pt x="1164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7">
              <a:extLst>
                <a:ext uri="{FF2B5EF4-FFF2-40B4-BE49-F238E27FC236}">
                  <a16:creationId xmlns:a16="http://schemas.microsoft.com/office/drawing/2014/main" id="{D5A5D834-9355-1812-7EE3-37B770EFC45E}"/>
                </a:ext>
              </a:extLst>
            </p:cNvPr>
            <p:cNvSpPr/>
            <p:nvPr/>
          </p:nvSpPr>
          <p:spPr>
            <a:xfrm>
              <a:off x="4740338" y="4352722"/>
              <a:ext cx="76596" cy="39707"/>
            </a:xfrm>
            <a:custGeom>
              <a:avLst/>
              <a:gdLst/>
              <a:ahLst/>
              <a:cxnLst/>
              <a:rect l="l" t="t" r="r" b="b"/>
              <a:pathLst>
                <a:path w="3343" h="1733" extrusionOk="0">
                  <a:moveTo>
                    <a:pt x="339" y="0"/>
                  </a:moveTo>
                  <a:cubicBezTo>
                    <a:pt x="150" y="0"/>
                    <a:pt x="1" y="176"/>
                    <a:pt x="41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2" y="1489"/>
                  </a:cubicBezTo>
                  <a:lnTo>
                    <a:pt x="3302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7">
              <a:extLst>
                <a:ext uri="{FF2B5EF4-FFF2-40B4-BE49-F238E27FC236}">
                  <a16:creationId xmlns:a16="http://schemas.microsoft.com/office/drawing/2014/main" id="{C7ABE41F-8BDE-8212-28E1-9B053DDDCAFB}"/>
                </a:ext>
              </a:extLst>
            </p:cNvPr>
            <p:cNvSpPr/>
            <p:nvPr/>
          </p:nvSpPr>
          <p:spPr>
            <a:xfrm>
              <a:off x="4740338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25" y="0"/>
                  </a:moveTo>
                  <a:cubicBezTo>
                    <a:pt x="136" y="0"/>
                    <a:pt x="1" y="176"/>
                    <a:pt x="28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07" y="1719"/>
                    <a:pt x="786" y="1624"/>
                    <a:pt x="758" y="1489"/>
                  </a:cubicBezTo>
                  <a:lnTo>
                    <a:pt x="528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7">
              <a:extLst>
                <a:ext uri="{FF2B5EF4-FFF2-40B4-BE49-F238E27FC236}">
                  <a16:creationId xmlns:a16="http://schemas.microsoft.com/office/drawing/2014/main" id="{B39FD467-4C5D-9F9A-56DB-1C69F9FE6DB0}"/>
                </a:ext>
              </a:extLst>
            </p:cNvPr>
            <p:cNvSpPr/>
            <p:nvPr/>
          </p:nvSpPr>
          <p:spPr>
            <a:xfrm>
              <a:off x="4867136" y="4352722"/>
              <a:ext cx="76619" cy="39707"/>
            </a:xfrm>
            <a:custGeom>
              <a:avLst/>
              <a:gdLst/>
              <a:ahLst/>
              <a:cxnLst/>
              <a:rect l="l" t="t" r="r" b="b"/>
              <a:pathLst>
                <a:path w="3344" h="1733" extrusionOk="0">
                  <a:moveTo>
                    <a:pt x="339" y="0"/>
                  </a:moveTo>
                  <a:cubicBezTo>
                    <a:pt x="150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312" y="1624"/>
                    <a:pt x="434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3" y="1489"/>
                  </a:cubicBezTo>
                  <a:lnTo>
                    <a:pt x="3303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7">
              <a:extLst>
                <a:ext uri="{FF2B5EF4-FFF2-40B4-BE49-F238E27FC236}">
                  <a16:creationId xmlns:a16="http://schemas.microsoft.com/office/drawing/2014/main" id="{11D7B680-A3E2-1B9B-7BED-452B2B368B19}"/>
                </a:ext>
              </a:extLst>
            </p:cNvPr>
            <p:cNvSpPr/>
            <p:nvPr/>
          </p:nvSpPr>
          <p:spPr>
            <a:xfrm>
              <a:off x="4867136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39" y="0"/>
                  </a:moveTo>
                  <a:cubicBezTo>
                    <a:pt x="136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299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21" y="1719"/>
                    <a:pt x="799" y="1624"/>
                    <a:pt x="759" y="1489"/>
                  </a:cubicBezTo>
                  <a:lnTo>
                    <a:pt x="529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7">
              <a:extLst>
                <a:ext uri="{FF2B5EF4-FFF2-40B4-BE49-F238E27FC236}">
                  <a16:creationId xmlns:a16="http://schemas.microsoft.com/office/drawing/2014/main" id="{1DC2CC36-0758-D957-BE58-8077DE4705BC}"/>
                </a:ext>
              </a:extLst>
            </p:cNvPr>
            <p:cNvSpPr/>
            <p:nvPr/>
          </p:nvSpPr>
          <p:spPr>
            <a:xfrm>
              <a:off x="4813933" y="4427646"/>
              <a:ext cx="56227" cy="27083"/>
            </a:xfrm>
            <a:custGeom>
              <a:avLst/>
              <a:gdLst/>
              <a:ahLst/>
              <a:cxnLst/>
              <a:rect l="l" t="t" r="r" b="b"/>
              <a:pathLst>
                <a:path w="2454" h="1182" extrusionOk="0">
                  <a:moveTo>
                    <a:pt x="286" y="0"/>
                  </a:moveTo>
                  <a:cubicBezTo>
                    <a:pt x="146" y="0"/>
                    <a:pt x="0" y="121"/>
                    <a:pt x="50" y="302"/>
                  </a:cubicBezTo>
                  <a:cubicBezTo>
                    <a:pt x="212" y="817"/>
                    <a:pt x="686" y="1168"/>
                    <a:pt x="1227" y="1182"/>
                  </a:cubicBezTo>
                  <a:cubicBezTo>
                    <a:pt x="1768" y="1168"/>
                    <a:pt x="2242" y="817"/>
                    <a:pt x="2404" y="302"/>
                  </a:cubicBezTo>
                  <a:cubicBezTo>
                    <a:pt x="2454" y="121"/>
                    <a:pt x="2308" y="0"/>
                    <a:pt x="2164" y="0"/>
                  </a:cubicBezTo>
                  <a:cubicBezTo>
                    <a:pt x="2072" y="0"/>
                    <a:pt x="1981" y="51"/>
                    <a:pt x="1944" y="167"/>
                  </a:cubicBezTo>
                  <a:cubicBezTo>
                    <a:pt x="1836" y="526"/>
                    <a:pt x="1528" y="705"/>
                    <a:pt x="1220" y="705"/>
                  </a:cubicBezTo>
                  <a:cubicBezTo>
                    <a:pt x="912" y="705"/>
                    <a:pt x="604" y="526"/>
                    <a:pt x="496" y="167"/>
                  </a:cubicBezTo>
                  <a:cubicBezTo>
                    <a:pt x="464" y="51"/>
                    <a:pt x="377" y="0"/>
                    <a:pt x="28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" name="Google Shape;1341;p47">
            <a:extLst>
              <a:ext uri="{FF2B5EF4-FFF2-40B4-BE49-F238E27FC236}">
                <a16:creationId xmlns:a16="http://schemas.microsoft.com/office/drawing/2014/main" id="{98064D64-A608-15C2-C115-FB676F19CB03}"/>
              </a:ext>
            </a:extLst>
          </p:cNvPr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09C20DD8-D555-84FC-ADB4-014A350B0102}"/>
                </a:ext>
              </a:extLst>
            </p:cNvPr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E5B289EF-E6FC-B84C-C530-C43BBC81834F}"/>
                </a:ext>
              </a:extLst>
            </p:cNvPr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57BD76B9-EB16-0841-5F02-26B273ACC01C}"/>
                </a:ext>
              </a:extLst>
            </p:cNvPr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2F7C57C0-78D5-6A37-79CA-31166D2761B8}"/>
                </a:ext>
              </a:extLst>
            </p:cNvPr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DF4CC71C-9AED-E261-264F-97B4C8961075}"/>
                </a:ext>
              </a:extLst>
            </p:cNvPr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B105FE76-36FE-0671-B72D-7C2D70DEEC7A}"/>
                </a:ext>
              </a:extLst>
            </p:cNvPr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E01EDB5B-78EB-0919-D9FE-352ECC586E98}"/>
                </a:ext>
              </a:extLst>
            </p:cNvPr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E661DC80-95E4-EAF0-7D80-7E46B90A0F73}"/>
                </a:ext>
              </a:extLst>
            </p:cNvPr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32AF8364-91B3-A749-BA4F-8DE1D067153C}"/>
                </a:ext>
              </a:extLst>
            </p:cNvPr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CAF933CD-3A8D-FB28-93C0-FF133AE2B49B}"/>
                </a:ext>
              </a:extLst>
            </p:cNvPr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287D8F27-7437-8D62-59E5-9A1967DDB71F}"/>
                </a:ext>
              </a:extLst>
            </p:cNvPr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DBA68D10-BA6A-671D-49EC-FFF2ABC330B7}"/>
                </a:ext>
              </a:extLst>
            </p:cNvPr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038ADF7A-32B4-9D8D-8E46-F166A68B9E8E}"/>
                </a:ext>
              </a:extLst>
            </p:cNvPr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0B820164-038F-0145-C388-D15A42740D2A}"/>
                </a:ext>
              </a:extLst>
            </p:cNvPr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274837AE-A8C8-CE32-21D2-05C3023E802A}"/>
                </a:ext>
              </a:extLst>
            </p:cNvPr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B5FDCE92-E732-76F3-D93A-7B3367F24DAC}"/>
                </a:ext>
              </a:extLst>
            </p:cNvPr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01D41D00-B27A-C104-C505-DECD4BFB100D}"/>
                </a:ext>
              </a:extLst>
            </p:cNvPr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3A40DD66-6A9F-C42B-FF72-A1459D772359}"/>
                </a:ext>
              </a:extLst>
            </p:cNvPr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690030BF-8233-BAE1-D200-17A29BD693D8}"/>
                </a:ext>
              </a:extLst>
            </p:cNvPr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06A0713C-CC47-1630-AD5D-01F4D5D06E57}"/>
                </a:ext>
              </a:extLst>
            </p:cNvPr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84C7F9AE-7D99-396F-FED9-283B9219813D}"/>
                </a:ext>
              </a:extLst>
            </p:cNvPr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8BB8F0A8-A51B-B20B-454F-D2A6CF41A06F}"/>
                </a:ext>
              </a:extLst>
            </p:cNvPr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>
              <a:extLst>
                <a:ext uri="{FF2B5EF4-FFF2-40B4-BE49-F238E27FC236}">
                  <a16:creationId xmlns:a16="http://schemas.microsoft.com/office/drawing/2014/main" id="{E4605E23-5429-0BA1-7F97-51A62301050C}"/>
                </a:ext>
              </a:extLst>
            </p:cNvPr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>
              <a:extLst>
                <a:ext uri="{FF2B5EF4-FFF2-40B4-BE49-F238E27FC236}">
                  <a16:creationId xmlns:a16="http://schemas.microsoft.com/office/drawing/2014/main" id="{ADEE98EF-AAAC-80C0-0DFC-344E75090D1F}"/>
                </a:ext>
              </a:extLst>
            </p:cNvPr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>
              <a:extLst>
                <a:ext uri="{FF2B5EF4-FFF2-40B4-BE49-F238E27FC236}">
                  <a16:creationId xmlns:a16="http://schemas.microsoft.com/office/drawing/2014/main" id="{21A91BA6-DD14-5925-F1CB-D54C7B7FEC22}"/>
                </a:ext>
              </a:extLst>
            </p:cNvPr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>
              <a:extLst>
                <a:ext uri="{FF2B5EF4-FFF2-40B4-BE49-F238E27FC236}">
                  <a16:creationId xmlns:a16="http://schemas.microsoft.com/office/drawing/2014/main" id="{A6DB5562-11C6-8664-4108-F0A834F7DF3E}"/>
                </a:ext>
              </a:extLst>
            </p:cNvPr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743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" grpId="0" build="p"/>
      <p:bldP spid="132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6A2ED1AB-8908-915F-EB87-C3479079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>
            <a:extLst>
              <a:ext uri="{FF2B5EF4-FFF2-40B4-BE49-F238E27FC236}">
                <a16:creationId xmlns:a16="http://schemas.microsoft.com/office/drawing/2014/main" id="{9EDF744C-972F-21CD-6B2F-7726ACBB3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In-Memory ML Pipeline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1321" name="Google Shape;1321;p47">
            <a:extLst>
              <a:ext uri="{FF2B5EF4-FFF2-40B4-BE49-F238E27FC236}">
                <a16:creationId xmlns:a16="http://schemas.microsoft.com/office/drawing/2014/main" id="{B35AB3A3-E177-C430-8CF8-15310E8B599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The model vectorizes movie attributes and builds similarity matrices once during server startup to prevent request-time bottlenecks.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Precomputed matrices reside in server memory, enabling rapid recommendation checks when users browse film pages.</a:t>
            </a:r>
          </a:p>
        </p:txBody>
      </p:sp>
      <p:sp>
        <p:nvSpPr>
          <p:cNvPr id="1323" name="Google Shape;1323;p47">
            <a:extLst>
              <a:ext uri="{FF2B5EF4-FFF2-40B4-BE49-F238E27FC236}">
                <a16:creationId xmlns:a16="http://schemas.microsoft.com/office/drawing/2014/main" id="{CBE9692C-DB2B-B16A-415B-F9FB77F9FAD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Model Eager Training</a:t>
            </a:r>
            <a:endParaRPr sz="2000" dirty="0"/>
          </a:p>
        </p:txBody>
      </p:sp>
      <p:grpSp>
        <p:nvGrpSpPr>
          <p:cNvPr id="1341" name="Google Shape;1341;p47">
            <a:extLst>
              <a:ext uri="{FF2B5EF4-FFF2-40B4-BE49-F238E27FC236}">
                <a16:creationId xmlns:a16="http://schemas.microsoft.com/office/drawing/2014/main" id="{67AFA158-6204-C9F8-99F8-CC4021D99BF0}"/>
              </a:ext>
            </a:extLst>
          </p:cNvPr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DC424F84-2FA9-8656-B340-91E1FFA4C16D}"/>
                </a:ext>
              </a:extLst>
            </p:cNvPr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71A00ED8-27EB-E707-6C83-9840F7222123}"/>
                </a:ext>
              </a:extLst>
            </p:cNvPr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CD7CE9B4-2DCE-9D36-213F-05EEB9A3B280}"/>
                </a:ext>
              </a:extLst>
            </p:cNvPr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7D0FF67F-E4A5-1A84-F3E3-FF1CF2B1C99B}"/>
                </a:ext>
              </a:extLst>
            </p:cNvPr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D1B02419-EA8E-AE17-8DBC-81B1BCBE1747}"/>
                </a:ext>
              </a:extLst>
            </p:cNvPr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24A7369B-1053-2FB6-35C9-410C1332C854}"/>
                </a:ext>
              </a:extLst>
            </p:cNvPr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F16A956D-9884-2391-7E0F-CA5373E55F02}"/>
                </a:ext>
              </a:extLst>
            </p:cNvPr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F9120FAC-EE83-FC6C-337B-E97062825A96}"/>
                </a:ext>
              </a:extLst>
            </p:cNvPr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D17D9D2B-C4D5-5F17-5638-AB727AB819DF}"/>
                </a:ext>
              </a:extLst>
            </p:cNvPr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1557BD65-B11C-1AAD-486E-2951EEBD598B}"/>
                </a:ext>
              </a:extLst>
            </p:cNvPr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41937CF7-CEB7-5BEC-561C-6B75734922A9}"/>
                </a:ext>
              </a:extLst>
            </p:cNvPr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80D26803-EBEB-5F72-0059-B885BED807C3}"/>
                </a:ext>
              </a:extLst>
            </p:cNvPr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6725AF51-8902-BA24-A2A7-AFC4501929FD}"/>
                </a:ext>
              </a:extLst>
            </p:cNvPr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58612B70-6941-1388-1225-8DF4A3A8E390}"/>
                </a:ext>
              </a:extLst>
            </p:cNvPr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971E580C-F393-9088-AD4B-A1E8CA88259A}"/>
                </a:ext>
              </a:extLst>
            </p:cNvPr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0A72010D-967B-56A4-213B-A770D7D7642A}"/>
                </a:ext>
              </a:extLst>
            </p:cNvPr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46F90C2F-0E0F-313D-4E59-B06BC777142A}"/>
                </a:ext>
              </a:extLst>
            </p:cNvPr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18045735-2361-4D5D-9F81-7FA031FCEC80}"/>
                </a:ext>
              </a:extLst>
            </p:cNvPr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07D9D620-F43C-0008-C9D8-65DC98064468}"/>
                </a:ext>
              </a:extLst>
            </p:cNvPr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7CEABD29-52BA-3C48-DE84-5A8FDA4410E2}"/>
                </a:ext>
              </a:extLst>
            </p:cNvPr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F4ABE279-5452-FE43-B430-7B0698731D18}"/>
                </a:ext>
              </a:extLst>
            </p:cNvPr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BD218226-5A9A-4D47-6570-CE65FC65BC1F}"/>
                </a:ext>
              </a:extLst>
            </p:cNvPr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>
              <a:extLst>
                <a:ext uri="{FF2B5EF4-FFF2-40B4-BE49-F238E27FC236}">
                  <a16:creationId xmlns:a16="http://schemas.microsoft.com/office/drawing/2014/main" id="{3A9178CF-DF49-E61C-282A-B205052E8ED1}"/>
                </a:ext>
              </a:extLst>
            </p:cNvPr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>
              <a:extLst>
                <a:ext uri="{FF2B5EF4-FFF2-40B4-BE49-F238E27FC236}">
                  <a16:creationId xmlns:a16="http://schemas.microsoft.com/office/drawing/2014/main" id="{6A8AD403-9B09-A6F8-D663-4A911C3C0621}"/>
                </a:ext>
              </a:extLst>
            </p:cNvPr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>
              <a:extLst>
                <a:ext uri="{FF2B5EF4-FFF2-40B4-BE49-F238E27FC236}">
                  <a16:creationId xmlns:a16="http://schemas.microsoft.com/office/drawing/2014/main" id="{76EBB2ED-48E6-5618-C313-182296603507}"/>
                </a:ext>
              </a:extLst>
            </p:cNvPr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>
              <a:extLst>
                <a:ext uri="{FF2B5EF4-FFF2-40B4-BE49-F238E27FC236}">
                  <a16:creationId xmlns:a16="http://schemas.microsoft.com/office/drawing/2014/main" id="{522CDCF9-64DC-0B05-F709-803E477B005C}"/>
                </a:ext>
              </a:extLst>
            </p:cNvPr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88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" grpId="0" build="p"/>
      <p:bldP spid="132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8544E819-5646-074C-F0B7-9774199E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>
            <a:extLst>
              <a:ext uri="{FF2B5EF4-FFF2-40B4-BE49-F238E27FC236}">
                <a16:creationId xmlns:a16="http://schemas.microsoft.com/office/drawing/2014/main" id="{5EDC5F97-DCD1-C116-38B9-8AD798419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In-Memory ML Pipeline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1320" name="Google Shape;1320;p47">
            <a:extLst>
              <a:ext uri="{FF2B5EF4-FFF2-40B4-BE49-F238E27FC236}">
                <a16:creationId xmlns:a16="http://schemas.microsoft.com/office/drawing/2014/main" id="{EE67B4D3-A169-3D4C-7637-C19EF1F310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0309" y="2623392"/>
            <a:ext cx="279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Cosine similarity compares high-dimensional TF-IDF vectors representing movie genres, keywords, taglines, cast, and directors.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Python's </a:t>
            </a:r>
            <a:r>
              <a:rPr lang="en-IN" sz="1200" dirty="0" err="1"/>
              <a:t>difflib</a:t>
            </a:r>
            <a:r>
              <a:rPr lang="en-IN" sz="1200" dirty="0"/>
              <a:t> library performs fuzzy matching on user search inputs to handle typos without crashing.</a:t>
            </a:r>
          </a:p>
        </p:txBody>
      </p:sp>
      <p:sp>
        <p:nvSpPr>
          <p:cNvPr id="1321" name="Google Shape;1321;p47">
            <a:extLst>
              <a:ext uri="{FF2B5EF4-FFF2-40B4-BE49-F238E27FC236}">
                <a16:creationId xmlns:a16="http://schemas.microsoft.com/office/drawing/2014/main" id="{3F7F4CCD-473A-E878-8CB2-C07DEC42EDF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The model vectorizes movie attributes and builds similarity matrices once during server startup to prevent request-time bottlenecks.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Precomputed matrices reside in server memory, enabling rapid recommendation checks when users browse film pages.</a:t>
            </a:r>
          </a:p>
        </p:txBody>
      </p:sp>
      <p:sp>
        <p:nvSpPr>
          <p:cNvPr id="1322" name="Google Shape;1322;p47">
            <a:extLst>
              <a:ext uri="{FF2B5EF4-FFF2-40B4-BE49-F238E27FC236}">
                <a16:creationId xmlns:a16="http://schemas.microsoft.com/office/drawing/2014/main" id="{C21C3789-2683-36E2-2B5C-AC75CCB8EAA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61058" y="2077387"/>
            <a:ext cx="3015174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Similarity &amp; Typo Matching</a:t>
            </a:r>
            <a:endParaRPr sz="2000" dirty="0"/>
          </a:p>
        </p:txBody>
      </p:sp>
      <p:sp>
        <p:nvSpPr>
          <p:cNvPr id="1323" name="Google Shape;1323;p47">
            <a:extLst>
              <a:ext uri="{FF2B5EF4-FFF2-40B4-BE49-F238E27FC236}">
                <a16:creationId xmlns:a16="http://schemas.microsoft.com/office/drawing/2014/main" id="{0F413E7C-4C03-C193-0E39-47A15A58275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Model Eager Training</a:t>
            </a:r>
            <a:endParaRPr sz="2000" dirty="0"/>
          </a:p>
        </p:txBody>
      </p:sp>
      <p:grpSp>
        <p:nvGrpSpPr>
          <p:cNvPr id="1324" name="Google Shape;1324;p47">
            <a:extLst>
              <a:ext uri="{FF2B5EF4-FFF2-40B4-BE49-F238E27FC236}">
                <a16:creationId xmlns:a16="http://schemas.microsoft.com/office/drawing/2014/main" id="{35350A04-458B-92F1-D11F-D078A2236997}"/>
              </a:ext>
            </a:extLst>
          </p:cNvPr>
          <p:cNvGrpSpPr/>
          <p:nvPr/>
        </p:nvGrpSpPr>
        <p:grpSpPr>
          <a:xfrm>
            <a:off x="6054701" y="1599106"/>
            <a:ext cx="401517" cy="411018"/>
            <a:chOff x="4662527" y="4160028"/>
            <a:chExt cx="346643" cy="354846"/>
          </a:xfrm>
        </p:grpSpPr>
        <p:sp>
          <p:nvSpPr>
            <p:cNvPr id="1325" name="Google Shape;1325;p47">
              <a:extLst>
                <a:ext uri="{FF2B5EF4-FFF2-40B4-BE49-F238E27FC236}">
                  <a16:creationId xmlns:a16="http://schemas.microsoft.com/office/drawing/2014/main" id="{0FF9649A-2474-9B34-5F94-3C13FDE08D78}"/>
                </a:ext>
              </a:extLst>
            </p:cNvPr>
            <p:cNvSpPr/>
            <p:nvPr/>
          </p:nvSpPr>
          <p:spPr>
            <a:xfrm>
              <a:off x="4705305" y="4160143"/>
              <a:ext cx="275958" cy="243743"/>
            </a:xfrm>
            <a:custGeom>
              <a:avLst/>
              <a:gdLst/>
              <a:ahLst/>
              <a:cxnLst/>
              <a:rect l="l" t="t" r="r" b="b"/>
              <a:pathLst>
                <a:path w="12044" h="10638" extrusionOk="0">
                  <a:moveTo>
                    <a:pt x="4524" y="1"/>
                  </a:moveTo>
                  <a:cubicBezTo>
                    <a:pt x="4104" y="1"/>
                    <a:pt x="3680" y="59"/>
                    <a:pt x="3262" y="178"/>
                  </a:cubicBezTo>
                  <a:cubicBezTo>
                    <a:pt x="1340" y="747"/>
                    <a:pt x="1" y="2519"/>
                    <a:pt x="1" y="4535"/>
                  </a:cubicBezTo>
                  <a:lnTo>
                    <a:pt x="1" y="10597"/>
                  </a:lnTo>
                  <a:lnTo>
                    <a:pt x="12043" y="10638"/>
                  </a:lnTo>
                  <a:lnTo>
                    <a:pt x="12043" y="3088"/>
                  </a:lnTo>
                  <a:cubicBezTo>
                    <a:pt x="12043" y="1859"/>
                    <a:pt x="11053" y="1112"/>
                    <a:pt x="10046" y="1112"/>
                  </a:cubicBezTo>
                  <a:cubicBezTo>
                    <a:pt x="9402" y="1112"/>
                    <a:pt x="8751" y="1418"/>
                    <a:pt x="8349" y="2100"/>
                  </a:cubicBezTo>
                  <a:cubicBezTo>
                    <a:pt x="7501" y="763"/>
                    <a:pt x="6045" y="1"/>
                    <a:pt x="452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>
              <a:extLst>
                <a:ext uri="{FF2B5EF4-FFF2-40B4-BE49-F238E27FC236}">
                  <a16:creationId xmlns:a16="http://schemas.microsoft.com/office/drawing/2014/main" id="{B54D94F4-E507-2698-7E08-32644B79D84C}"/>
                </a:ext>
              </a:extLst>
            </p:cNvPr>
            <p:cNvSpPr/>
            <p:nvPr/>
          </p:nvSpPr>
          <p:spPr>
            <a:xfrm>
              <a:off x="4705305" y="4160028"/>
              <a:ext cx="148221" cy="242941"/>
            </a:xfrm>
            <a:custGeom>
              <a:avLst/>
              <a:gdLst/>
              <a:ahLst/>
              <a:cxnLst/>
              <a:rect l="l" t="t" r="r" b="b"/>
              <a:pathLst>
                <a:path w="6469" h="10603" extrusionOk="0">
                  <a:moveTo>
                    <a:pt x="4535" y="0"/>
                  </a:moveTo>
                  <a:cubicBezTo>
                    <a:pt x="2156" y="0"/>
                    <a:pt x="11" y="1918"/>
                    <a:pt x="1" y="4540"/>
                  </a:cubicBezTo>
                  <a:lnTo>
                    <a:pt x="1" y="10602"/>
                  </a:lnTo>
                  <a:lnTo>
                    <a:pt x="3884" y="10602"/>
                  </a:lnTo>
                  <a:lnTo>
                    <a:pt x="3884" y="4540"/>
                  </a:lnTo>
                  <a:cubicBezTo>
                    <a:pt x="3884" y="2781"/>
                    <a:pt x="4885" y="1185"/>
                    <a:pt x="6469" y="441"/>
                  </a:cubicBezTo>
                  <a:cubicBezTo>
                    <a:pt x="5832" y="139"/>
                    <a:pt x="5175" y="0"/>
                    <a:pt x="453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>
              <a:extLst>
                <a:ext uri="{FF2B5EF4-FFF2-40B4-BE49-F238E27FC236}">
                  <a16:creationId xmlns:a16="http://schemas.microsoft.com/office/drawing/2014/main" id="{87CEB624-C653-A4E7-5434-EE2234976D32}"/>
                </a:ext>
              </a:extLst>
            </p:cNvPr>
            <p:cNvSpPr/>
            <p:nvPr/>
          </p:nvSpPr>
          <p:spPr>
            <a:xfrm>
              <a:off x="4662527" y="4372244"/>
              <a:ext cx="87136" cy="74924"/>
            </a:xfrm>
            <a:custGeom>
              <a:avLst/>
              <a:gdLst/>
              <a:ahLst/>
              <a:cxnLst/>
              <a:rect l="l" t="t" r="r" b="b"/>
              <a:pathLst>
                <a:path w="3803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3" y="3269"/>
                    <a:pt x="3803" y="2618"/>
                    <a:pt x="3803" y="1638"/>
                  </a:cubicBezTo>
                  <a:cubicBezTo>
                    <a:pt x="3803" y="731"/>
                    <a:pt x="3072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7">
              <a:extLst>
                <a:ext uri="{FF2B5EF4-FFF2-40B4-BE49-F238E27FC236}">
                  <a16:creationId xmlns:a16="http://schemas.microsoft.com/office/drawing/2014/main" id="{DAA99373-D0B8-7B9C-FD2F-976D3415D455}"/>
                </a:ext>
              </a:extLst>
            </p:cNvPr>
            <p:cNvSpPr/>
            <p:nvPr/>
          </p:nvSpPr>
          <p:spPr>
            <a:xfrm>
              <a:off x="4921713" y="4372244"/>
              <a:ext cx="87457" cy="74924"/>
            </a:xfrm>
            <a:custGeom>
              <a:avLst/>
              <a:gdLst/>
              <a:ahLst/>
              <a:cxnLst/>
              <a:rect l="l" t="t" r="r" b="b"/>
              <a:pathLst>
                <a:path w="3817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5" y="3269"/>
                    <a:pt x="3807" y="2618"/>
                    <a:pt x="3816" y="1638"/>
                  </a:cubicBezTo>
                  <a:cubicBezTo>
                    <a:pt x="3816" y="731"/>
                    <a:pt x="3086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7">
              <a:extLst>
                <a:ext uri="{FF2B5EF4-FFF2-40B4-BE49-F238E27FC236}">
                  <a16:creationId xmlns:a16="http://schemas.microsoft.com/office/drawing/2014/main" id="{653D3FD7-781B-6964-CA0D-221066BC348A}"/>
                </a:ext>
              </a:extLst>
            </p:cNvPr>
            <p:cNvSpPr/>
            <p:nvPr/>
          </p:nvSpPr>
          <p:spPr>
            <a:xfrm>
              <a:off x="4695132" y="4396737"/>
              <a:ext cx="42136" cy="21423"/>
            </a:xfrm>
            <a:custGeom>
              <a:avLst/>
              <a:gdLst/>
              <a:ahLst/>
              <a:cxnLst/>
              <a:rect l="l" t="t" r="r" b="b"/>
              <a:pathLst>
                <a:path w="1839" h="935" extrusionOk="0">
                  <a:moveTo>
                    <a:pt x="650" y="0"/>
                  </a:moveTo>
                  <a:cubicBezTo>
                    <a:pt x="529" y="0"/>
                    <a:pt x="409" y="15"/>
                    <a:pt x="296" y="41"/>
                  </a:cubicBezTo>
                  <a:cubicBezTo>
                    <a:pt x="0" y="103"/>
                    <a:pt x="75" y="500"/>
                    <a:pt x="325" y="500"/>
                  </a:cubicBezTo>
                  <a:cubicBezTo>
                    <a:pt x="349" y="500"/>
                    <a:pt x="376" y="496"/>
                    <a:pt x="404" y="488"/>
                  </a:cubicBezTo>
                  <a:cubicBezTo>
                    <a:pt x="483" y="472"/>
                    <a:pt x="563" y="465"/>
                    <a:pt x="642" y="465"/>
                  </a:cubicBezTo>
                  <a:cubicBezTo>
                    <a:pt x="698" y="465"/>
                    <a:pt x="754" y="469"/>
                    <a:pt x="810" y="474"/>
                  </a:cubicBezTo>
                  <a:cubicBezTo>
                    <a:pt x="1040" y="488"/>
                    <a:pt x="1257" y="610"/>
                    <a:pt x="1365" y="813"/>
                  </a:cubicBezTo>
                  <a:cubicBezTo>
                    <a:pt x="1405" y="880"/>
                    <a:pt x="1487" y="934"/>
                    <a:pt x="1568" y="934"/>
                  </a:cubicBezTo>
                  <a:lnTo>
                    <a:pt x="1568" y="921"/>
                  </a:lnTo>
                  <a:cubicBezTo>
                    <a:pt x="1608" y="921"/>
                    <a:pt x="1649" y="921"/>
                    <a:pt x="1690" y="894"/>
                  </a:cubicBezTo>
                  <a:cubicBezTo>
                    <a:pt x="1798" y="826"/>
                    <a:pt x="1838" y="691"/>
                    <a:pt x="1771" y="583"/>
                  </a:cubicBezTo>
                  <a:cubicBezTo>
                    <a:pt x="1581" y="244"/>
                    <a:pt x="1230" y="28"/>
                    <a:pt x="851" y="14"/>
                  </a:cubicBezTo>
                  <a:cubicBezTo>
                    <a:pt x="784" y="5"/>
                    <a:pt x="716" y="0"/>
                    <a:pt x="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7">
              <a:extLst>
                <a:ext uri="{FF2B5EF4-FFF2-40B4-BE49-F238E27FC236}">
                  <a16:creationId xmlns:a16="http://schemas.microsoft.com/office/drawing/2014/main" id="{F6402CBC-846C-FF9A-1771-29182E25DD42}"/>
                </a:ext>
              </a:extLst>
            </p:cNvPr>
            <p:cNvSpPr/>
            <p:nvPr/>
          </p:nvSpPr>
          <p:spPr>
            <a:xfrm>
              <a:off x="4946826" y="4396737"/>
              <a:ext cx="42228" cy="21423"/>
            </a:xfrm>
            <a:custGeom>
              <a:avLst/>
              <a:gdLst/>
              <a:ahLst/>
              <a:cxnLst/>
              <a:rect l="l" t="t" r="r" b="b"/>
              <a:pathLst>
                <a:path w="1843" h="935" extrusionOk="0">
                  <a:moveTo>
                    <a:pt x="1189" y="0"/>
                  </a:moveTo>
                  <a:cubicBezTo>
                    <a:pt x="1122" y="0"/>
                    <a:pt x="1055" y="5"/>
                    <a:pt x="988" y="14"/>
                  </a:cubicBezTo>
                  <a:cubicBezTo>
                    <a:pt x="596" y="28"/>
                    <a:pt x="258" y="244"/>
                    <a:pt x="55" y="583"/>
                  </a:cubicBezTo>
                  <a:cubicBezTo>
                    <a:pt x="0" y="691"/>
                    <a:pt x="41" y="840"/>
                    <a:pt x="149" y="907"/>
                  </a:cubicBezTo>
                  <a:cubicBezTo>
                    <a:pt x="190" y="921"/>
                    <a:pt x="217" y="934"/>
                    <a:pt x="258" y="934"/>
                  </a:cubicBezTo>
                  <a:cubicBezTo>
                    <a:pt x="352" y="934"/>
                    <a:pt x="420" y="880"/>
                    <a:pt x="460" y="813"/>
                  </a:cubicBezTo>
                  <a:cubicBezTo>
                    <a:pt x="618" y="530"/>
                    <a:pt x="912" y="470"/>
                    <a:pt x="1136" y="470"/>
                  </a:cubicBezTo>
                  <a:cubicBezTo>
                    <a:pt x="1298" y="470"/>
                    <a:pt x="1423" y="501"/>
                    <a:pt x="1435" y="501"/>
                  </a:cubicBezTo>
                  <a:cubicBezTo>
                    <a:pt x="1459" y="508"/>
                    <a:pt x="1482" y="511"/>
                    <a:pt x="1504" y="511"/>
                  </a:cubicBezTo>
                  <a:cubicBezTo>
                    <a:pt x="1762" y="511"/>
                    <a:pt x="1842" y="104"/>
                    <a:pt x="1543" y="41"/>
                  </a:cubicBezTo>
                  <a:cubicBezTo>
                    <a:pt x="1429" y="15"/>
                    <a:pt x="1310" y="0"/>
                    <a:pt x="1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7">
              <a:extLst>
                <a:ext uri="{FF2B5EF4-FFF2-40B4-BE49-F238E27FC236}">
                  <a16:creationId xmlns:a16="http://schemas.microsoft.com/office/drawing/2014/main" id="{399C4C96-6564-B6FA-9E2B-A8E32A91A2CF}"/>
                </a:ext>
              </a:extLst>
            </p:cNvPr>
            <p:cNvSpPr/>
            <p:nvPr/>
          </p:nvSpPr>
          <p:spPr>
            <a:xfrm>
              <a:off x="4731036" y="4259698"/>
              <a:ext cx="221701" cy="255177"/>
            </a:xfrm>
            <a:custGeom>
              <a:avLst/>
              <a:gdLst/>
              <a:ahLst/>
              <a:cxnLst/>
              <a:rect l="l" t="t" r="r" b="b"/>
              <a:pathLst>
                <a:path w="9676" h="11137" extrusionOk="0">
                  <a:moveTo>
                    <a:pt x="8282" y="1"/>
                  </a:moveTo>
                  <a:cubicBezTo>
                    <a:pt x="7607" y="1351"/>
                    <a:pt x="6244" y="2129"/>
                    <a:pt x="4835" y="2129"/>
                  </a:cubicBezTo>
                  <a:cubicBezTo>
                    <a:pt x="4211" y="2129"/>
                    <a:pt x="3577" y="1976"/>
                    <a:pt x="2991" y="1652"/>
                  </a:cubicBezTo>
                  <a:cubicBezTo>
                    <a:pt x="2672" y="1473"/>
                    <a:pt x="2336" y="1391"/>
                    <a:pt x="2007" y="1391"/>
                  </a:cubicBezTo>
                  <a:cubicBezTo>
                    <a:pt x="971" y="1391"/>
                    <a:pt x="21" y="2209"/>
                    <a:pt x="1" y="3370"/>
                  </a:cubicBezTo>
                  <a:cubicBezTo>
                    <a:pt x="1" y="3384"/>
                    <a:pt x="1" y="3397"/>
                    <a:pt x="1" y="3411"/>
                  </a:cubicBezTo>
                  <a:lnTo>
                    <a:pt x="1" y="6685"/>
                  </a:lnTo>
                  <a:cubicBezTo>
                    <a:pt x="1" y="9134"/>
                    <a:pt x="2003" y="11137"/>
                    <a:pt x="4466" y="11137"/>
                  </a:cubicBezTo>
                  <a:lnTo>
                    <a:pt x="5224" y="11137"/>
                  </a:lnTo>
                  <a:cubicBezTo>
                    <a:pt x="7686" y="11137"/>
                    <a:pt x="9676" y="9134"/>
                    <a:pt x="9676" y="6685"/>
                  </a:cubicBezTo>
                  <a:lnTo>
                    <a:pt x="9676" y="3411"/>
                  </a:lnTo>
                  <a:cubicBezTo>
                    <a:pt x="9676" y="2125"/>
                    <a:pt x="9175" y="908"/>
                    <a:pt x="8282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7">
              <a:extLst>
                <a:ext uri="{FF2B5EF4-FFF2-40B4-BE49-F238E27FC236}">
                  <a16:creationId xmlns:a16="http://schemas.microsoft.com/office/drawing/2014/main" id="{B3EBDDBE-1435-4936-791D-52EF40C667D3}"/>
                </a:ext>
              </a:extLst>
            </p:cNvPr>
            <p:cNvSpPr/>
            <p:nvPr/>
          </p:nvSpPr>
          <p:spPr>
            <a:xfrm>
              <a:off x="4731036" y="4291431"/>
              <a:ext cx="144188" cy="223443"/>
            </a:xfrm>
            <a:custGeom>
              <a:avLst/>
              <a:gdLst/>
              <a:ahLst/>
              <a:cxnLst/>
              <a:rect l="l" t="t" r="r" b="b"/>
              <a:pathLst>
                <a:path w="6293" h="9752" extrusionOk="0">
                  <a:moveTo>
                    <a:pt x="2013" y="0"/>
                  </a:moveTo>
                  <a:cubicBezTo>
                    <a:pt x="971" y="0"/>
                    <a:pt x="11" y="825"/>
                    <a:pt x="1" y="1985"/>
                  </a:cubicBezTo>
                  <a:cubicBezTo>
                    <a:pt x="1" y="1999"/>
                    <a:pt x="1" y="2012"/>
                    <a:pt x="1" y="2026"/>
                  </a:cubicBezTo>
                  <a:lnTo>
                    <a:pt x="1" y="5287"/>
                  </a:lnTo>
                  <a:cubicBezTo>
                    <a:pt x="1" y="7749"/>
                    <a:pt x="2003" y="9752"/>
                    <a:pt x="4466" y="9752"/>
                  </a:cubicBezTo>
                  <a:lnTo>
                    <a:pt x="5224" y="9752"/>
                  </a:lnTo>
                  <a:cubicBezTo>
                    <a:pt x="5589" y="9752"/>
                    <a:pt x="5941" y="9711"/>
                    <a:pt x="6293" y="9617"/>
                  </a:cubicBezTo>
                  <a:cubicBezTo>
                    <a:pt x="4304" y="9130"/>
                    <a:pt x="2910" y="7343"/>
                    <a:pt x="2910" y="5287"/>
                  </a:cubicBezTo>
                  <a:lnTo>
                    <a:pt x="2910" y="1985"/>
                  </a:lnTo>
                  <a:cubicBezTo>
                    <a:pt x="2910" y="1417"/>
                    <a:pt x="3154" y="889"/>
                    <a:pt x="3573" y="524"/>
                  </a:cubicBezTo>
                  <a:cubicBezTo>
                    <a:pt x="3370" y="456"/>
                    <a:pt x="3181" y="361"/>
                    <a:pt x="3005" y="267"/>
                  </a:cubicBezTo>
                  <a:cubicBezTo>
                    <a:pt x="2685" y="84"/>
                    <a:pt x="2345" y="0"/>
                    <a:pt x="2013" y="0"/>
                  </a:cubicBezTo>
                  <a:close/>
                </a:path>
              </a:pathLst>
            </a:custGeom>
            <a:solidFill>
              <a:srgbClr val="F5A95A">
                <a:alpha val="25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7">
              <a:extLst>
                <a:ext uri="{FF2B5EF4-FFF2-40B4-BE49-F238E27FC236}">
                  <a16:creationId xmlns:a16="http://schemas.microsoft.com/office/drawing/2014/main" id="{0616FB0E-1012-C0CE-D327-83244B5B15B3}"/>
                </a:ext>
              </a:extLst>
            </p:cNvPr>
            <p:cNvSpPr/>
            <p:nvPr/>
          </p:nvSpPr>
          <p:spPr>
            <a:xfrm>
              <a:off x="4719579" y="4335057"/>
              <a:ext cx="245553" cy="74718"/>
            </a:xfrm>
            <a:custGeom>
              <a:avLst/>
              <a:gdLst/>
              <a:ahLst/>
              <a:cxnLst/>
              <a:rect l="l" t="t" r="r" b="b"/>
              <a:pathLst>
                <a:path w="10717" h="3261" extrusionOk="0">
                  <a:moveTo>
                    <a:pt x="623" y="0"/>
                  </a:moveTo>
                  <a:cubicBezTo>
                    <a:pt x="271" y="0"/>
                    <a:pt x="0" y="325"/>
                    <a:pt x="81" y="677"/>
                  </a:cubicBezTo>
                  <a:lnTo>
                    <a:pt x="68" y="677"/>
                  </a:lnTo>
                  <a:lnTo>
                    <a:pt x="514" y="2814"/>
                  </a:lnTo>
                  <a:cubicBezTo>
                    <a:pt x="568" y="3072"/>
                    <a:pt x="798" y="3261"/>
                    <a:pt x="1056" y="3261"/>
                  </a:cubicBezTo>
                  <a:lnTo>
                    <a:pt x="4100" y="3261"/>
                  </a:lnTo>
                  <a:cubicBezTo>
                    <a:pt x="4371" y="3261"/>
                    <a:pt x="4587" y="3072"/>
                    <a:pt x="4641" y="2814"/>
                  </a:cubicBezTo>
                  <a:lnTo>
                    <a:pt x="4980" y="1218"/>
                  </a:lnTo>
                  <a:lnTo>
                    <a:pt x="5724" y="1218"/>
                  </a:lnTo>
                  <a:lnTo>
                    <a:pt x="6062" y="2814"/>
                  </a:lnTo>
                  <a:cubicBezTo>
                    <a:pt x="6116" y="3072"/>
                    <a:pt x="6346" y="3261"/>
                    <a:pt x="6603" y="3261"/>
                  </a:cubicBezTo>
                  <a:lnTo>
                    <a:pt x="9648" y="3261"/>
                  </a:lnTo>
                  <a:cubicBezTo>
                    <a:pt x="9918" y="3261"/>
                    <a:pt x="10148" y="3072"/>
                    <a:pt x="10203" y="2814"/>
                  </a:cubicBezTo>
                  <a:lnTo>
                    <a:pt x="10636" y="677"/>
                  </a:lnTo>
                  <a:cubicBezTo>
                    <a:pt x="10717" y="325"/>
                    <a:pt x="10460" y="0"/>
                    <a:pt x="1009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7">
              <a:extLst>
                <a:ext uri="{FF2B5EF4-FFF2-40B4-BE49-F238E27FC236}">
                  <a16:creationId xmlns:a16="http://schemas.microsoft.com/office/drawing/2014/main" id="{E9FE6F81-C992-6599-D260-96A0FE446C34}"/>
                </a:ext>
              </a:extLst>
            </p:cNvPr>
            <p:cNvSpPr/>
            <p:nvPr/>
          </p:nvSpPr>
          <p:spPr>
            <a:xfrm>
              <a:off x="4850410" y="4362941"/>
              <a:ext cx="32261" cy="46833"/>
            </a:xfrm>
            <a:custGeom>
              <a:avLst/>
              <a:gdLst/>
              <a:ahLst/>
              <a:cxnLst/>
              <a:rect l="l" t="t" r="r" b="b"/>
              <a:pathLst>
                <a:path w="1408" h="2044" extrusionOk="0">
                  <a:moveTo>
                    <a:pt x="0" y="1"/>
                  </a:moveTo>
                  <a:lnTo>
                    <a:pt x="339" y="1597"/>
                  </a:lnTo>
                  <a:cubicBezTo>
                    <a:pt x="393" y="1855"/>
                    <a:pt x="623" y="2044"/>
                    <a:pt x="880" y="2044"/>
                  </a:cubicBezTo>
                  <a:lnTo>
                    <a:pt x="1407" y="2044"/>
                  </a:lnTo>
                  <a:cubicBezTo>
                    <a:pt x="1150" y="2044"/>
                    <a:pt x="920" y="1855"/>
                    <a:pt x="866" y="1597"/>
                  </a:cubicBezTo>
                  <a:lnTo>
                    <a:pt x="528" y="1"/>
                  </a:ln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7">
              <a:extLst>
                <a:ext uri="{FF2B5EF4-FFF2-40B4-BE49-F238E27FC236}">
                  <a16:creationId xmlns:a16="http://schemas.microsoft.com/office/drawing/2014/main" id="{BF6642EA-30EA-16DF-C6FB-610E043473CF}"/>
                </a:ext>
              </a:extLst>
            </p:cNvPr>
            <p:cNvSpPr/>
            <p:nvPr/>
          </p:nvSpPr>
          <p:spPr>
            <a:xfrm>
              <a:off x="4719259" y="4335057"/>
              <a:ext cx="36614" cy="74718"/>
            </a:xfrm>
            <a:custGeom>
              <a:avLst/>
              <a:gdLst/>
              <a:ahLst/>
              <a:cxnLst/>
              <a:rect l="l" t="t" r="r" b="b"/>
              <a:pathLst>
                <a:path w="1598" h="3261" extrusionOk="0">
                  <a:moveTo>
                    <a:pt x="623" y="0"/>
                  </a:moveTo>
                  <a:cubicBezTo>
                    <a:pt x="271" y="0"/>
                    <a:pt x="1" y="325"/>
                    <a:pt x="82" y="677"/>
                  </a:cubicBezTo>
                  <a:lnTo>
                    <a:pt x="528" y="2814"/>
                  </a:lnTo>
                  <a:cubicBezTo>
                    <a:pt x="582" y="3072"/>
                    <a:pt x="812" y="3261"/>
                    <a:pt x="1070" y="3261"/>
                  </a:cubicBezTo>
                  <a:lnTo>
                    <a:pt x="1597" y="3261"/>
                  </a:lnTo>
                  <a:cubicBezTo>
                    <a:pt x="1340" y="3261"/>
                    <a:pt x="1110" y="3072"/>
                    <a:pt x="1056" y="2814"/>
                  </a:cubicBezTo>
                  <a:lnTo>
                    <a:pt x="610" y="677"/>
                  </a:lnTo>
                  <a:cubicBezTo>
                    <a:pt x="542" y="325"/>
                    <a:pt x="799" y="0"/>
                    <a:pt x="1164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7">
              <a:extLst>
                <a:ext uri="{FF2B5EF4-FFF2-40B4-BE49-F238E27FC236}">
                  <a16:creationId xmlns:a16="http://schemas.microsoft.com/office/drawing/2014/main" id="{77E0F9CC-F7E0-B1FE-4279-8AE946035859}"/>
                </a:ext>
              </a:extLst>
            </p:cNvPr>
            <p:cNvSpPr/>
            <p:nvPr/>
          </p:nvSpPr>
          <p:spPr>
            <a:xfrm>
              <a:off x="4740338" y="4352722"/>
              <a:ext cx="76596" cy="39707"/>
            </a:xfrm>
            <a:custGeom>
              <a:avLst/>
              <a:gdLst/>
              <a:ahLst/>
              <a:cxnLst/>
              <a:rect l="l" t="t" r="r" b="b"/>
              <a:pathLst>
                <a:path w="3343" h="1733" extrusionOk="0">
                  <a:moveTo>
                    <a:pt x="339" y="0"/>
                  </a:moveTo>
                  <a:cubicBezTo>
                    <a:pt x="150" y="0"/>
                    <a:pt x="1" y="176"/>
                    <a:pt x="41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2" y="1489"/>
                  </a:cubicBezTo>
                  <a:lnTo>
                    <a:pt x="3302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7">
              <a:extLst>
                <a:ext uri="{FF2B5EF4-FFF2-40B4-BE49-F238E27FC236}">
                  <a16:creationId xmlns:a16="http://schemas.microsoft.com/office/drawing/2014/main" id="{BFCC0401-CC7D-9182-3056-67DC3533DFA3}"/>
                </a:ext>
              </a:extLst>
            </p:cNvPr>
            <p:cNvSpPr/>
            <p:nvPr/>
          </p:nvSpPr>
          <p:spPr>
            <a:xfrm>
              <a:off x="4740338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25" y="0"/>
                  </a:moveTo>
                  <a:cubicBezTo>
                    <a:pt x="136" y="0"/>
                    <a:pt x="1" y="176"/>
                    <a:pt x="28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07" y="1719"/>
                    <a:pt x="786" y="1624"/>
                    <a:pt x="758" y="1489"/>
                  </a:cubicBezTo>
                  <a:lnTo>
                    <a:pt x="528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7">
              <a:extLst>
                <a:ext uri="{FF2B5EF4-FFF2-40B4-BE49-F238E27FC236}">
                  <a16:creationId xmlns:a16="http://schemas.microsoft.com/office/drawing/2014/main" id="{FDB88470-4731-11CB-2F9B-71C9CD99CE59}"/>
                </a:ext>
              </a:extLst>
            </p:cNvPr>
            <p:cNvSpPr/>
            <p:nvPr/>
          </p:nvSpPr>
          <p:spPr>
            <a:xfrm>
              <a:off x="4867136" y="4352722"/>
              <a:ext cx="76619" cy="39707"/>
            </a:xfrm>
            <a:custGeom>
              <a:avLst/>
              <a:gdLst/>
              <a:ahLst/>
              <a:cxnLst/>
              <a:rect l="l" t="t" r="r" b="b"/>
              <a:pathLst>
                <a:path w="3344" h="1733" extrusionOk="0">
                  <a:moveTo>
                    <a:pt x="339" y="0"/>
                  </a:moveTo>
                  <a:cubicBezTo>
                    <a:pt x="150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312" y="1624"/>
                    <a:pt x="434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3" y="1489"/>
                  </a:cubicBezTo>
                  <a:lnTo>
                    <a:pt x="3303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7">
              <a:extLst>
                <a:ext uri="{FF2B5EF4-FFF2-40B4-BE49-F238E27FC236}">
                  <a16:creationId xmlns:a16="http://schemas.microsoft.com/office/drawing/2014/main" id="{8C69C67B-BCD1-D7B4-DDA7-7B273B29CA94}"/>
                </a:ext>
              </a:extLst>
            </p:cNvPr>
            <p:cNvSpPr/>
            <p:nvPr/>
          </p:nvSpPr>
          <p:spPr>
            <a:xfrm>
              <a:off x="4867136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39" y="0"/>
                  </a:moveTo>
                  <a:cubicBezTo>
                    <a:pt x="136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299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21" y="1719"/>
                    <a:pt x="799" y="1624"/>
                    <a:pt x="759" y="1489"/>
                  </a:cubicBezTo>
                  <a:lnTo>
                    <a:pt x="529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7">
              <a:extLst>
                <a:ext uri="{FF2B5EF4-FFF2-40B4-BE49-F238E27FC236}">
                  <a16:creationId xmlns:a16="http://schemas.microsoft.com/office/drawing/2014/main" id="{43D5671F-CC41-FF04-0CEF-6CA187B22855}"/>
                </a:ext>
              </a:extLst>
            </p:cNvPr>
            <p:cNvSpPr/>
            <p:nvPr/>
          </p:nvSpPr>
          <p:spPr>
            <a:xfrm>
              <a:off x="4813933" y="4427646"/>
              <a:ext cx="56227" cy="27083"/>
            </a:xfrm>
            <a:custGeom>
              <a:avLst/>
              <a:gdLst/>
              <a:ahLst/>
              <a:cxnLst/>
              <a:rect l="l" t="t" r="r" b="b"/>
              <a:pathLst>
                <a:path w="2454" h="1182" extrusionOk="0">
                  <a:moveTo>
                    <a:pt x="286" y="0"/>
                  </a:moveTo>
                  <a:cubicBezTo>
                    <a:pt x="146" y="0"/>
                    <a:pt x="0" y="121"/>
                    <a:pt x="50" y="302"/>
                  </a:cubicBezTo>
                  <a:cubicBezTo>
                    <a:pt x="212" y="817"/>
                    <a:pt x="686" y="1168"/>
                    <a:pt x="1227" y="1182"/>
                  </a:cubicBezTo>
                  <a:cubicBezTo>
                    <a:pt x="1768" y="1168"/>
                    <a:pt x="2242" y="817"/>
                    <a:pt x="2404" y="302"/>
                  </a:cubicBezTo>
                  <a:cubicBezTo>
                    <a:pt x="2454" y="121"/>
                    <a:pt x="2308" y="0"/>
                    <a:pt x="2164" y="0"/>
                  </a:cubicBezTo>
                  <a:cubicBezTo>
                    <a:pt x="2072" y="0"/>
                    <a:pt x="1981" y="51"/>
                    <a:pt x="1944" y="167"/>
                  </a:cubicBezTo>
                  <a:cubicBezTo>
                    <a:pt x="1836" y="526"/>
                    <a:pt x="1528" y="705"/>
                    <a:pt x="1220" y="705"/>
                  </a:cubicBezTo>
                  <a:cubicBezTo>
                    <a:pt x="912" y="705"/>
                    <a:pt x="604" y="526"/>
                    <a:pt x="496" y="167"/>
                  </a:cubicBezTo>
                  <a:cubicBezTo>
                    <a:pt x="464" y="51"/>
                    <a:pt x="377" y="0"/>
                    <a:pt x="28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" name="Google Shape;1341;p47">
            <a:extLst>
              <a:ext uri="{FF2B5EF4-FFF2-40B4-BE49-F238E27FC236}">
                <a16:creationId xmlns:a16="http://schemas.microsoft.com/office/drawing/2014/main" id="{B6553545-C4DB-0F97-37AF-6C29B29654DA}"/>
              </a:ext>
            </a:extLst>
          </p:cNvPr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4D2DF5EF-BBB4-ECE2-B13C-F5E8A6E7FB4B}"/>
                </a:ext>
              </a:extLst>
            </p:cNvPr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4432C1EC-501D-D426-2888-5CB32D8426B0}"/>
                </a:ext>
              </a:extLst>
            </p:cNvPr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E485ECCA-BE92-668B-6196-1E4E649997CD}"/>
                </a:ext>
              </a:extLst>
            </p:cNvPr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3CE70146-C01C-4CE2-004A-40F56ED9CA64}"/>
                </a:ext>
              </a:extLst>
            </p:cNvPr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FDCFDAEB-7421-33CC-9ED9-7E237ABED184}"/>
                </a:ext>
              </a:extLst>
            </p:cNvPr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D673A4CD-1375-8A52-0486-C7AAC808396E}"/>
                </a:ext>
              </a:extLst>
            </p:cNvPr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55CD5873-0EDF-52AE-9742-EB98584D83C0}"/>
                </a:ext>
              </a:extLst>
            </p:cNvPr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5296990D-812E-88B5-9911-190AA079C02F}"/>
                </a:ext>
              </a:extLst>
            </p:cNvPr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F649CF0B-011B-A7B4-84FC-5A71DFC5F6DD}"/>
                </a:ext>
              </a:extLst>
            </p:cNvPr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8A62EAD4-396A-0719-4B0B-42C6DB0D984B}"/>
                </a:ext>
              </a:extLst>
            </p:cNvPr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656129A7-60B1-83FB-EC32-DF23888C71A7}"/>
                </a:ext>
              </a:extLst>
            </p:cNvPr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50598782-1379-5DBB-9AEA-DC13FE78C78D}"/>
                </a:ext>
              </a:extLst>
            </p:cNvPr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BEEE4F28-0FC3-C1B5-F458-2A5AF2D07E6C}"/>
                </a:ext>
              </a:extLst>
            </p:cNvPr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789CE59C-82AD-522F-ABC0-AC79DEC8173F}"/>
                </a:ext>
              </a:extLst>
            </p:cNvPr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B926C86D-0090-CC84-A5A9-78A4F52D4DBD}"/>
                </a:ext>
              </a:extLst>
            </p:cNvPr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66CD5C5C-3603-F2A8-8CD2-185780129534}"/>
                </a:ext>
              </a:extLst>
            </p:cNvPr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4A2F223D-CCB7-AF14-B9E6-C20A096583B2}"/>
                </a:ext>
              </a:extLst>
            </p:cNvPr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EB1DB284-94F7-EF2D-AFA7-C09B7B37A437}"/>
                </a:ext>
              </a:extLst>
            </p:cNvPr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BCA606FB-54D3-505F-212E-8596122F76AF}"/>
                </a:ext>
              </a:extLst>
            </p:cNvPr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A9242B32-7D9A-A81A-A52D-F3C9625B6409}"/>
                </a:ext>
              </a:extLst>
            </p:cNvPr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3E9711BA-5B9F-7BEB-0670-7D4D7DCE3C5D}"/>
                </a:ext>
              </a:extLst>
            </p:cNvPr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C283940B-A1E8-1579-D7BD-35B713C46477}"/>
                </a:ext>
              </a:extLst>
            </p:cNvPr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>
              <a:extLst>
                <a:ext uri="{FF2B5EF4-FFF2-40B4-BE49-F238E27FC236}">
                  <a16:creationId xmlns:a16="http://schemas.microsoft.com/office/drawing/2014/main" id="{0323E788-313A-1519-81E8-32A992BF3148}"/>
                </a:ext>
              </a:extLst>
            </p:cNvPr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>
              <a:extLst>
                <a:ext uri="{FF2B5EF4-FFF2-40B4-BE49-F238E27FC236}">
                  <a16:creationId xmlns:a16="http://schemas.microsoft.com/office/drawing/2014/main" id="{ACDA6262-99C1-CCF1-6822-CBB63ED2639D}"/>
                </a:ext>
              </a:extLst>
            </p:cNvPr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>
              <a:extLst>
                <a:ext uri="{FF2B5EF4-FFF2-40B4-BE49-F238E27FC236}">
                  <a16:creationId xmlns:a16="http://schemas.microsoft.com/office/drawing/2014/main" id="{25408B07-39F2-F81D-1182-1B5482CCCC73}"/>
                </a:ext>
              </a:extLst>
            </p:cNvPr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>
              <a:extLst>
                <a:ext uri="{FF2B5EF4-FFF2-40B4-BE49-F238E27FC236}">
                  <a16:creationId xmlns:a16="http://schemas.microsoft.com/office/drawing/2014/main" id="{932B94BE-5A75-62D0-349E-B8B38958F340}"/>
                </a:ext>
              </a:extLst>
            </p:cNvPr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5430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" grpId="0" build="p"/>
      <p:bldP spid="132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B4F873F9-7E58-3833-EB41-9D6E71B6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>
            <a:extLst>
              <a:ext uri="{FF2B5EF4-FFF2-40B4-BE49-F238E27FC236}">
                <a16:creationId xmlns:a16="http://schemas.microsoft.com/office/drawing/2014/main" id="{948B659F-201A-5AE2-F75F-FF02A3202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Database &amp; Cache Design</a:t>
            </a:r>
          </a:p>
        </p:txBody>
      </p:sp>
      <p:sp>
        <p:nvSpPr>
          <p:cNvPr id="1321" name="Google Shape;1321;p47">
            <a:extLst>
              <a:ext uri="{FF2B5EF4-FFF2-40B4-BE49-F238E27FC236}">
                <a16:creationId xmlns:a16="http://schemas.microsoft.com/office/drawing/2014/main" id="{5998D9EB-17F4-AEF3-EBCF-1CA9133AE46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A structured SQLite or PostgreSQL database tracks relationships across five tables: users, movies, reviews, likes, and saves.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Cascading foreign keys and unique constraints maintain referential integrity and prevent duplicate user interactions.</a:t>
            </a:r>
          </a:p>
        </p:txBody>
      </p:sp>
      <p:sp>
        <p:nvSpPr>
          <p:cNvPr id="1323" name="Google Shape;1323;p47">
            <a:extLst>
              <a:ext uri="{FF2B5EF4-FFF2-40B4-BE49-F238E27FC236}">
                <a16:creationId xmlns:a16="http://schemas.microsoft.com/office/drawing/2014/main" id="{F27B431D-3FCE-8C56-ED95-83F0A234FB0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Relational Schema</a:t>
            </a:r>
            <a:endParaRPr sz="2000" dirty="0"/>
          </a:p>
        </p:txBody>
      </p:sp>
      <p:grpSp>
        <p:nvGrpSpPr>
          <p:cNvPr id="1341" name="Google Shape;1341;p47">
            <a:extLst>
              <a:ext uri="{FF2B5EF4-FFF2-40B4-BE49-F238E27FC236}">
                <a16:creationId xmlns:a16="http://schemas.microsoft.com/office/drawing/2014/main" id="{B85B1773-80CD-921D-6A5C-6C1B6FBAA635}"/>
              </a:ext>
            </a:extLst>
          </p:cNvPr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D595CEB1-057C-4117-8EA0-583EACB1490D}"/>
                </a:ext>
              </a:extLst>
            </p:cNvPr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1C36E0F7-6842-BE00-C9E3-4755EEC25C8C}"/>
                </a:ext>
              </a:extLst>
            </p:cNvPr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E4C0F614-C7FD-4B2D-DD91-66C1AD5F44A2}"/>
                </a:ext>
              </a:extLst>
            </p:cNvPr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9CB43CB7-5C3D-8983-AE4B-CF570690DE9B}"/>
                </a:ext>
              </a:extLst>
            </p:cNvPr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0997587C-78E4-248A-FD61-91E5C66695E5}"/>
                </a:ext>
              </a:extLst>
            </p:cNvPr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80439FC3-22D2-1FE4-4D98-F6D2D0F7A018}"/>
                </a:ext>
              </a:extLst>
            </p:cNvPr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AC7FA639-79E0-FC29-61E3-18B581291917}"/>
                </a:ext>
              </a:extLst>
            </p:cNvPr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1502B25F-D830-6074-64CA-9BCCC3313B21}"/>
                </a:ext>
              </a:extLst>
            </p:cNvPr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BB195041-BC33-1DF6-2BD0-3F997621E92C}"/>
                </a:ext>
              </a:extLst>
            </p:cNvPr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AB87152E-2E57-205A-AC21-7B6BC7C2D8DD}"/>
                </a:ext>
              </a:extLst>
            </p:cNvPr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E5A43ECC-1B6E-B3A4-E741-D5F6A985BBC9}"/>
                </a:ext>
              </a:extLst>
            </p:cNvPr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A907B6B4-A6EE-05FF-144D-912F1F96F6BD}"/>
                </a:ext>
              </a:extLst>
            </p:cNvPr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5E4505FE-3AEB-5136-4FBB-7A01102106C0}"/>
                </a:ext>
              </a:extLst>
            </p:cNvPr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50EB1C36-9172-D43E-F5C4-62B185CD8E9C}"/>
                </a:ext>
              </a:extLst>
            </p:cNvPr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DF02741F-D08F-2DE5-9443-9775A703B745}"/>
                </a:ext>
              </a:extLst>
            </p:cNvPr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BAEEFA02-D4B7-BE29-073B-9718DD2B0691}"/>
                </a:ext>
              </a:extLst>
            </p:cNvPr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C0F3F2F1-80B9-AE25-6D38-228C19977667}"/>
                </a:ext>
              </a:extLst>
            </p:cNvPr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37342B07-D6F1-43F0-B241-1B823E692F60}"/>
                </a:ext>
              </a:extLst>
            </p:cNvPr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3182AF07-6659-A68D-B5B4-EE1B7C2C0D41}"/>
                </a:ext>
              </a:extLst>
            </p:cNvPr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A8057FF2-262F-F2E8-9702-1109D61E7331}"/>
                </a:ext>
              </a:extLst>
            </p:cNvPr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E46605BA-83EB-FE70-5917-79FFD5BFB06E}"/>
                </a:ext>
              </a:extLst>
            </p:cNvPr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A954D35B-8516-9609-B7A2-8FA390754F8C}"/>
                </a:ext>
              </a:extLst>
            </p:cNvPr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>
              <a:extLst>
                <a:ext uri="{FF2B5EF4-FFF2-40B4-BE49-F238E27FC236}">
                  <a16:creationId xmlns:a16="http://schemas.microsoft.com/office/drawing/2014/main" id="{08829279-38EF-4469-A881-3559F01CCAC4}"/>
                </a:ext>
              </a:extLst>
            </p:cNvPr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>
              <a:extLst>
                <a:ext uri="{FF2B5EF4-FFF2-40B4-BE49-F238E27FC236}">
                  <a16:creationId xmlns:a16="http://schemas.microsoft.com/office/drawing/2014/main" id="{75643CA6-23FF-4C4F-BFE8-2B23C6ECCADA}"/>
                </a:ext>
              </a:extLst>
            </p:cNvPr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>
              <a:extLst>
                <a:ext uri="{FF2B5EF4-FFF2-40B4-BE49-F238E27FC236}">
                  <a16:creationId xmlns:a16="http://schemas.microsoft.com/office/drawing/2014/main" id="{B75DDEF8-CF23-01DB-8AF1-03BBD4365096}"/>
                </a:ext>
              </a:extLst>
            </p:cNvPr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>
              <a:extLst>
                <a:ext uri="{FF2B5EF4-FFF2-40B4-BE49-F238E27FC236}">
                  <a16:creationId xmlns:a16="http://schemas.microsoft.com/office/drawing/2014/main" id="{942ECC4C-E1D9-8EE5-35F6-DDC24A55550A}"/>
                </a:ext>
              </a:extLst>
            </p:cNvPr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9639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" grpId="0" build="p"/>
      <p:bldP spid="132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A9A30C1A-C966-C59F-2BA5-A60D5225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7">
            <a:extLst>
              <a:ext uri="{FF2B5EF4-FFF2-40B4-BE49-F238E27FC236}">
                <a16:creationId xmlns:a16="http://schemas.microsoft.com/office/drawing/2014/main" id="{6DFE9F2E-FDFF-2205-B654-3363B6CB7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Database &amp; Cache Design</a:t>
            </a:r>
          </a:p>
        </p:txBody>
      </p:sp>
      <p:sp>
        <p:nvSpPr>
          <p:cNvPr id="1320" name="Google Shape;1320;p47">
            <a:extLst>
              <a:ext uri="{FF2B5EF4-FFF2-40B4-BE49-F238E27FC236}">
                <a16:creationId xmlns:a16="http://schemas.microsoft.com/office/drawing/2014/main" id="{6D341760-EE7C-C289-7155-295C8678C6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0309" y="2623392"/>
            <a:ext cx="279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The movies table stores local copies of raw dataset listings and scraped external API metadata.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Caching poster links and movie details locally reduces external requests, ensuring consistent and rapid user experience.</a:t>
            </a:r>
          </a:p>
        </p:txBody>
      </p:sp>
      <p:sp>
        <p:nvSpPr>
          <p:cNvPr id="1321" name="Google Shape;1321;p47">
            <a:extLst>
              <a:ext uri="{FF2B5EF4-FFF2-40B4-BE49-F238E27FC236}">
                <a16:creationId xmlns:a16="http://schemas.microsoft.com/office/drawing/2014/main" id="{4E34C493-8421-41FA-392F-C600B0DE7CD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67768" y="2670216"/>
            <a:ext cx="3018900" cy="1775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A structured SQLite or PostgreSQL database tracks relationships across five tables: users, movies, reviews, likes, and saves.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dirty="0"/>
              <a:t>Cascading foreign keys and unique constraints maintain referential integrity and prevent duplicate user interactions.</a:t>
            </a:r>
          </a:p>
        </p:txBody>
      </p:sp>
      <p:sp>
        <p:nvSpPr>
          <p:cNvPr id="1322" name="Google Shape;1322;p47">
            <a:extLst>
              <a:ext uri="{FF2B5EF4-FFF2-40B4-BE49-F238E27FC236}">
                <a16:creationId xmlns:a16="http://schemas.microsoft.com/office/drawing/2014/main" id="{E09689D4-0EED-7796-56DC-671B416BF51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61058" y="2077387"/>
            <a:ext cx="2880863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Database Caching Strategy</a:t>
            </a:r>
            <a:endParaRPr sz="2000" dirty="0"/>
          </a:p>
        </p:txBody>
      </p:sp>
      <p:sp>
        <p:nvSpPr>
          <p:cNvPr id="1323" name="Google Shape;1323;p47">
            <a:extLst>
              <a:ext uri="{FF2B5EF4-FFF2-40B4-BE49-F238E27FC236}">
                <a16:creationId xmlns:a16="http://schemas.microsoft.com/office/drawing/2014/main" id="{8C4DB3F8-BA1A-84EA-448A-A3952ED533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67768" y="2077387"/>
            <a:ext cx="3018150" cy="528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b="1" dirty="0"/>
              <a:t>Relational Schema</a:t>
            </a:r>
            <a:endParaRPr sz="2000" dirty="0"/>
          </a:p>
        </p:txBody>
      </p:sp>
      <p:grpSp>
        <p:nvGrpSpPr>
          <p:cNvPr id="1324" name="Google Shape;1324;p47">
            <a:extLst>
              <a:ext uri="{FF2B5EF4-FFF2-40B4-BE49-F238E27FC236}">
                <a16:creationId xmlns:a16="http://schemas.microsoft.com/office/drawing/2014/main" id="{FCAD7E45-4EB3-DCFE-E09D-C9684EBAEC65}"/>
              </a:ext>
            </a:extLst>
          </p:cNvPr>
          <p:cNvGrpSpPr/>
          <p:nvPr/>
        </p:nvGrpSpPr>
        <p:grpSpPr>
          <a:xfrm>
            <a:off x="6054701" y="1599106"/>
            <a:ext cx="401517" cy="411018"/>
            <a:chOff x="4662527" y="4160028"/>
            <a:chExt cx="346643" cy="354846"/>
          </a:xfrm>
        </p:grpSpPr>
        <p:sp>
          <p:nvSpPr>
            <p:cNvPr id="1325" name="Google Shape;1325;p47">
              <a:extLst>
                <a:ext uri="{FF2B5EF4-FFF2-40B4-BE49-F238E27FC236}">
                  <a16:creationId xmlns:a16="http://schemas.microsoft.com/office/drawing/2014/main" id="{9A4FF6C9-3CF0-8195-F733-58EE67A1460C}"/>
                </a:ext>
              </a:extLst>
            </p:cNvPr>
            <p:cNvSpPr/>
            <p:nvPr/>
          </p:nvSpPr>
          <p:spPr>
            <a:xfrm>
              <a:off x="4705305" y="4160143"/>
              <a:ext cx="275958" cy="243743"/>
            </a:xfrm>
            <a:custGeom>
              <a:avLst/>
              <a:gdLst/>
              <a:ahLst/>
              <a:cxnLst/>
              <a:rect l="l" t="t" r="r" b="b"/>
              <a:pathLst>
                <a:path w="12044" h="10638" extrusionOk="0">
                  <a:moveTo>
                    <a:pt x="4524" y="1"/>
                  </a:moveTo>
                  <a:cubicBezTo>
                    <a:pt x="4104" y="1"/>
                    <a:pt x="3680" y="59"/>
                    <a:pt x="3262" y="178"/>
                  </a:cubicBezTo>
                  <a:cubicBezTo>
                    <a:pt x="1340" y="747"/>
                    <a:pt x="1" y="2519"/>
                    <a:pt x="1" y="4535"/>
                  </a:cubicBezTo>
                  <a:lnTo>
                    <a:pt x="1" y="10597"/>
                  </a:lnTo>
                  <a:lnTo>
                    <a:pt x="12043" y="10638"/>
                  </a:lnTo>
                  <a:lnTo>
                    <a:pt x="12043" y="3088"/>
                  </a:lnTo>
                  <a:cubicBezTo>
                    <a:pt x="12043" y="1859"/>
                    <a:pt x="11053" y="1112"/>
                    <a:pt x="10046" y="1112"/>
                  </a:cubicBezTo>
                  <a:cubicBezTo>
                    <a:pt x="9402" y="1112"/>
                    <a:pt x="8751" y="1418"/>
                    <a:pt x="8349" y="2100"/>
                  </a:cubicBezTo>
                  <a:cubicBezTo>
                    <a:pt x="7501" y="763"/>
                    <a:pt x="6045" y="1"/>
                    <a:pt x="4524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>
              <a:extLst>
                <a:ext uri="{FF2B5EF4-FFF2-40B4-BE49-F238E27FC236}">
                  <a16:creationId xmlns:a16="http://schemas.microsoft.com/office/drawing/2014/main" id="{9128D82D-0719-B2BB-9544-D2CF18F4FD34}"/>
                </a:ext>
              </a:extLst>
            </p:cNvPr>
            <p:cNvSpPr/>
            <p:nvPr/>
          </p:nvSpPr>
          <p:spPr>
            <a:xfrm>
              <a:off x="4705305" y="4160028"/>
              <a:ext cx="148221" cy="242941"/>
            </a:xfrm>
            <a:custGeom>
              <a:avLst/>
              <a:gdLst/>
              <a:ahLst/>
              <a:cxnLst/>
              <a:rect l="l" t="t" r="r" b="b"/>
              <a:pathLst>
                <a:path w="6469" h="10603" extrusionOk="0">
                  <a:moveTo>
                    <a:pt x="4535" y="0"/>
                  </a:moveTo>
                  <a:cubicBezTo>
                    <a:pt x="2156" y="0"/>
                    <a:pt x="11" y="1918"/>
                    <a:pt x="1" y="4540"/>
                  </a:cubicBezTo>
                  <a:lnTo>
                    <a:pt x="1" y="10602"/>
                  </a:lnTo>
                  <a:lnTo>
                    <a:pt x="3884" y="10602"/>
                  </a:lnTo>
                  <a:lnTo>
                    <a:pt x="3884" y="4540"/>
                  </a:lnTo>
                  <a:cubicBezTo>
                    <a:pt x="3884" y="2781"/>
                    <a:pt x="4885" y="1185"/>
                    <a:pt x="6469" y="441"/>
                  </a:cubicBezTo>
                  <a:cubicBezTo>
                    <a:pt x="5832" y="139"/>
                    <a:pt x="5175" y="0"/>
                    <a:pt x="4535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>
              <a:extLst>
                <a:ext uri="{FF2B5EF4-FFF2-40B4-BE49-F238E27FC236}">
                  <a16:creationId xmlns:a16="http://schemas.microsoft.com/office/drawing/2014/main" id="{A4CCDA52-0D40-902C-BA5C-B397B1BAC18E}"/>
                </a:ext>
              </a:extLst>
            </p:cNvPr>
            <p:cNvSpPr/>
            <p:nvPr/>
          </p:nvSpPr>
          <p:spPr>
            <a:xfrm>
              <a:off x="4662527" y="4372244"/>
              <a:ext cx="87136" cy="74924"/>
            </a:xfrm>
            <a:custGeom>
              <a:avLst/>
              <a:gdLst/>
              <a:ahLst/>
              <a:cxnLst/>
              <a:rect l="l" t="t" r="r" b="b"/>
              <a:pathLst>
                <a:path w="3803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3" y="3269"/>
                    <a:pt x="3803" y="2618"/>
                    <a:pt x="3803" y="1638"/>
                  </a:cubicBezTo>
                  <a:cubicBezTo>
                    <a:pt x="3803" y="731"/>
                    <a:pt x="3072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7">
              <a:extLst>
                <a:ext uri="{FF2B5EF4-FFF2-40B4-BE49-F238E27FC236}">
                  <a16:creationId xmlns:a16="http://schemas.microsoft.com/office/drawing/2014/main" id="{103471CB-B04D-E46A-4CB4-BD981D8E83E0}"/>
                </a:ext>
              </a:extLst>
            </p:cNvPr>
            <p:cNvSpPr/>
            <p:nvPr/>
          </p:nvSpPr>
          <p:spPr>
            <a:xfrm>
              <a:off x="4921713" y="4372244"/>
              <a:ext cx="87457" cy="74924"/>
            </a:xfrm>
            <a:custGeom>
              <a:avLst/>
              <a:gdLst/>
              <a:ahLst/>
              <a:cxnLst/>
              <a:rect l="l" t="t" r="r" b="b"/>
              <a:pathLst>
                <a:path w="3817" h="3270" extrusionOk="0">
                  <a:moveTo>
                    <a:pt x="2179" y="1"/>
                  </a:moveTo>
                  <a:cubicBezTo>
                    <a:pt x="731" y="1"/>
                    <a:pt x="0" y="1760"/>
                    <a:pt x="1029" y="2788"/>
                  </a:cubicBezTo>
                  <a:cubicBezTo>
                    <a:pt x="1361" y="3121"/>
                    <a:pt x="1769" y="3269"/>
                    <a:pt x="2168" y="3269"/>
                  </a:cubicBezTo>
                  <a:cubicBezTo>
                    <a:pt x="3005" y="3269"/>
                    <a:pt x="3807" y="2618"/>
                    <a:pt x="3816" y="1638"/>
                  </a:cubicBezTo>
                  <a:cubicBezTo>
                    <a:pt x="3816" y="731"/>
                    <a:pt x="3086" y="1"/>
                    <a:pt x="2179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7">
              <a:extLst>
                <a:ext uri="{FF2B5EF4-FFF2-40B4-BE49-F238E27FC236}">
                  <a16:creationId xmlns:a16="http://schemas.microsoft.com/office/drawing/2014/main" id="{FAB6BB50-92E0-7B5D-F801-A3146FA82EC1}"/>
                </a:ext>
              </a:extLst>
            </p:cNvPr>
            <p:cNvSpPr/>
            <p:nvPr/>
          </p:nvSpPr>
          <p:spPr>
            <a:xfrm>
              <a:off x="4695132" y="4396737"/>
              <a:ext cx="42136" cy="21423"/>
            </a:xfrm>
            <a:custGeom>
              <a:avLst/>
              <a:gdLst/>
              <a:ahLst/>
              <a:cxnLst/>
              <a:rect l="l" t="t" r="r" b="b"/>
              <a:pathLst>
                <a:path w="1839" h="935" extrusionOk="0">
                  <a:moveTo>
                    <a:pt x="650" y="0"/>
                  </a:moveTo>
                  <a:cubicBezTo>
                    <a:pt x="529" y="0"/>
                    <a:pt x="409" y="15"/>
                    <a:pt x="296" y="41"/>
                  </a:cubicBezTo>
                  <a:cubicBezTo>
                    <a:pt x="0" y="103"/>
                    <a:pt x="75" y="500"/>
                    <a:pt x="325" y="500"/>
                  </a:cubicBezTo>
                  <a:cubicBezTo>
                    <a:pt x="349" y="500"/>
                    <a:pt x="376" y="496"/>
                    <a:pt x="404" y="488"/>
                  </a:cubicBezTo>
                  <a:cubicBezTo>
                    <a:pt x="483" y="472"/>
                    <a:pt x="563" y="465"/>
                    <a:pt x="642" y="465"/>
                  </a:cubicBezTo>
                  <a:cubicBezTo>
                    <a:pt x="698" y="465"/>
                    <a:pt x="754" y="469"/>
                    <a:pt x="810" y="474"/>
                  </a:cubicBezTo>
                  <a:cubicBezTo>
                    <a:pt x="1040" y="488"/>
                    <a:pt x="1257" y="610"/>
                    <a:pt x="1365" y="813"/>
                  </a:cubicBezTo>
                  <a:cubicBezTo>
                    <a:pt x="1405" y="880"/>
                    <a:pt x="1487" y="934"/>
                    <a:pt x="1568" y="934"/>
                  </a:cubicBezTo>
                  <a:lnTo>
                    <a:pt x="1568" y="921"/>
                  </a:lnTo>
                  <a:cubicBezTo>
                    <a:pt x="1608" y="921"/>
                    <a:pt x="1649" y="921"/>
                    <a:pt x="1690" y="894"/>
                  </a:cubicBezTo>
                  <a:cubicBezTo>
                    <a:pt x="1798" y="826"/>
                    <a:pt x="1838" y="691"/>
                    <a:pt x="1771" y="583"/>
                  </a:cubicBezTo>
                  <a:cubicBezTo>
                    <a:pt x="1581" y="244"/>
                    <a:pt x="1230" y="28"/>
                    <a:pt x="851" y="14"/>
                  </a:cubicBezTo>
                  <a:cubicBezTo>
                    <a:pt x="784" y="5"/>
                    <a:pt x="716" y="0"/>
                    <a:pt x="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7">
              <a:extLst>
                <a:ext uri="{FF2B5EF4-FFF2-40B4-BE49-F238E27FC236}">
                  <a16:creationId xmlns:a16="http://schemas.microsoft.com/office/drawing/2014/main" id="{C392050A-2E89-8F23-2EC2-ACB407EA1974}"/>
                </a:ext>
              </a:extLst>
            </p:cNvPr>
            <p:cNvSpPr/>
            <p:nvPr/>
          </p:nvSpPr>
          <p:spPr>
            <a:xfrm>
              <a:off x="4946826" y="4396737"/>
              <a:ext cx="42228" cy="21423"/>
            </a:xfrm>
            <a:custGeom>
              <a:avLst/>
              <a:gdLst/>
              <a:ahLst/>
              <a:cxnLst/>
              <a:rect l="l" t="t" r="r" b="b"/>
              <a:pathLst>
                <a:path w="1843" h="935" extrusionOk="0">
                  <a:moveTo>
                    <a:pt x="1189" y="0"/>
                  </a:moveTo>
                  <a:cubicBezTo>
                    <a:pt x="1122" y="0"/>
                    <a:pt x="1055" y="5"/>
                    <a:pt x="988" y="14"/>
                  </a:cubicBezTo>
                  <a:cubicBezTo>
                    <a:pt x="596" y="28"/>
                    <a:pt x="258" y="244"/>
                    <a:pt x="55" y="583"/>
                  </a:cubicBezTo>
                  <a:cubicBezTo>
                    <a:pt x="0" y="691"/>
                    <a:pt x="41" y="840"/>
                    <a:pt x="149" y="907"/>
                  </a:cubicBezTo>
                  <a:cubicBezTo>
                    <a:pt x="190" y="921"/>
                    <a:pt x="217" y="934"/>
                    <a:pt x="258" y="934"/>
                  </a:cubicBezTo>
                  <a:cubicBezTo>
                    <a:pt x="352" y="934"/>
                    <a:pt x="420" y="880"/>
                    <a:pt x="460" y="813"/>
                  </a:cubicBezTo>
                  <a:cubicBezTo>
                    <a:pt x="618" y="530"/>
                    <a:pt x="912" y="470"/>
                    <a:pt x="1136" y="470"/>
                  </a:cubicBezTo>
                  <a:cubicBezTo>
                    <a:pt x="1298" y="470"/>
                    <a:pt x="1423" y="501"/>
                    <a:pt x="1435" y="501"/>
                  </a:cubicBezTo>
                  <a:cubicBezTo>
                    <a:pt x="1459" y="508"/>
                    <a:pt x="1482" y="511"/>
                    <a:pt x="1504" y="511"/>
                  </a:cubicBezTo>
                  <a:cubicBezTo>
                    <a:pt x="1762" y="511"/>
                    <a:pt x="1842" y="104"/>
                    <a:pt x="1543" y="41"/>
                  </a:cubicBezTo>
                  <a:cubicBezTo>
                    <a:pt x="1429" y="15"/>
                    <a:pt x="1310" y="0"/>
                    <a:pt x="1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7">
              <a:extLst>
                <a:ext uri="{FF2B5EF4-FFF2-40B4-BE49-F238E27FC236}">
                  <a16:creationId xmlns:a16="http://schemas.microsoft.com/office/drawing/2014/main" id="{67DFBF9A-F867-C18F-40FA-C29ABD7FEDB4}"/>
                </a:ext>
              </a:extLst>
            </p:cNvPr>
            <p:cNvSpPr/>
            <p:nvPr/>
          </p:nvSpPr>
          <p:spPr>
            <a:xfrm>
              <a:off x="4731036" y="4259698"/>
              <a:ext cx="221701" cy="255177"/>
            </a:xfrm>
            <a:custGeom>
              <a:avLst/>
              <a:gdLst/>
              <a:ahLst/>
              <a:cxnLst/>
              <a:rect l="l" t="t" r="r" b="b"/>
              <a:pathLst>
                <a:path w="9676" h="11137" extrusionOk="0">
                  <a:moveTo>
                    <a:pt x="8282" y="1"/>
                  </a:moveTo>
                  <a:cubicBezTo>
                    <a:pt x="7607" y="1351"/>
                    <a:pt x="6244" y="2129"/>
                    <a:pt x="4835" y="2129"/>
                  </a:cubicBezTo>
                  <a:cubicBezTo>
                    <a:pt x="4211" y="2129"/>
                    <a:pt x="3577" y="1976"/>
                    <a:pt x="2991" y="1652"/>
                  </a:cubicBezTo>
                  <a:cubicBezTo>
                    <a:pt x="2672" y="1473"/>
                    <a:pt x="2336" y="1391"/>
                    <a:pt x="2007" y="1391"/>
                  </a:cubicBezTo>
                  <a:cubicBezTo>
                    <a:pt x="971" y="1391"/>
                    <a:pt x="21" y="2209"/>
                    <a:pt x="1" y="3370"/>
                  </a:cubicBezTo>
                  <a:cubicBezTo>
                    <a:pt x="1" y="3384"/>
                    <a:pt x="1" y="3397"/>
                    <a:pt x="1" y="3411"/>
                  </a:cubicBezTo>
                  <a:lnTo>
                    <a:pt x="1" y="6685"/>
                  </a:lnTo>
                  <a:cubicBezTo>
                    <a:pt x="1" y="9134"/>
                    <a:pt x="2003" y="11137"/>
                    <a:pt x="4466" y="11137"/>
                  </a:cubicBezTo>
                  <a:lnTo>
                    <a:pt x="5224" y="11137"/>
                  </a:lnTo>
                  <a:cubicBezTo>
                    <a:pt x="7686" y="11137"/>
                    <a:pt x="9676" y="9134"/>
                    <a:pt x="9676" y="6685"/>
                  </a:cubicBezTo>
                  <a:lnTo>
                    <a:pt x="9676" y="3411"/>
                  </a:lnTo>
                  <a:cubicBezTo>
                    <a:pt x="9676" y="2125"/>
                    <a:pt x="9175" y="908"/>
                    <a:pt x="8282" y="1"/>
                  </a:cubicBezTo>
                  <a:close/>
                </a:path>
              </a:pathLst>
            </a:custGeom>
            <a:solidFill>
              <a:srgbClr val="E1C0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7">
              <a:extLst>
                <a:ext uri="{FF2B5EF4-FFF2-40B4-BE49-F238E27FC236}">
                  <a16:creationId xmlns:a16="http://schemas.microsoft.com/office/drawing/2014/main" id="{794D0DC9-2C36-07D7-1ECF-61F176BA002E}"/>
                </a:ext>
              </a:extLst>
            </p:cNvPr>
            <p:cNvSpPr/>
            <p:nvPr/>
          </p:nvSpPr>
          <p:spPr>
            <a:xfrm>
              <a:off x="4731036" y="4291431"/>
              <a:ext cx="144188" cy="223443"/>
            </a:xfrm>
            <a:custGeom>
              <a:avLst/>
              <a:gdLst/>
              <a:ahLst/>
              <a:cxnLst/>
              <a:rect l="l" t="t" r="r" b="b"/>
              <a:pathLst>
                <a:path w="6293" h="9752" extrusionOk="0">
                  <a:moveTo>
                    <a:pt x="2013" y="0"/>
                  </a:moveTo>
                  <a:cubicBezTo>
                    <a:pt x="971" y="0"/>
                    <a:pt x="11" y="825"/>
                    <a:pt x="1" y="1985"/>
                  </a:cubicBezTo>
                  <a:cubicBezTo>
                    <a:pt x="1" y="1999"/>
                    <a:pt x="1" y="2012"/>
                    <a:pt x="1" y="2026"/>
                  </a:cubicBezTo>
                  <a:lnTo>
                    <a:pt x="1" y="5287"/>
                  </a:lnTo>
                  <a:cubicBezTo>
                    <a:pt x="1" y="7749"/>
                    <a:pt x="2003" y="9752"/>
                    <a:pt x="4466" y="9752"/>
                  </a:cubicBezTo>
                  <a:lnTo>
                    <a:pt x="5224" y="9752"/>
                  </a:lnTo>
                  <a:cubicBezTo>
                    <a:pt x="5589" y="9752"/>
                    <a:pt x="5941" y="9711"/>
                    <a:pt x="6293" y="9617"/>
                  </a:cubicBezTo>
                  <a:cubicBezTo>
                    <a:pt x="4304" y="9130"/>
                    <a:pt x="2910" y="7343"/>
                    <a:pt x="2910" y="5287"/>
                  </a:cubicBezTo>
                  <a:lnTo>
                    <a:pt x="2910" y="1985"/>
                  </a:lnTo>
                  <a:cubicBezTo>
                    <a:pt x="2910" y="1417"/>
                    <a:pt x="3154" y="889"/>
                    <a:pt x="3573" y="524"/>
                  </a:cubicBezTo>
                  <a:cubicBezTo>
                    <a:pt x="3370" y="456"/>
                    <a:pt x="3181" y="361"/>
                    <a:pt x="3005" y="267"/>
                  </a:cubicBezTo>
                  <a:cubicBezTo>
                    <a:pt x="2685" y="84"/>
                    <a:pt x="2345" y="0"/>
                    <a:pt x="2013" y="0"/>
                  </a:cubicBezTo>
                  <a:close/>
                </a:path>
              </a:pathLst>
            </a:custGeom>
            <a:solidFill>
              <a:srgbClr val="F5A95A">
                <a:alpha val="25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7">
              <a:extLst>
                <a:ext uri="{FF2B5EF4-FFF2-40B4-BE49-F238E27FC236}">
                  <a16:creationId xmlns:a16="http://schemas.microsoft.com/office/drawing/2014/main" id="{D7B33435-8B12-C01F-426D-A5873194A1EE}"/>
                </a:ext>
              </a:extLst>
            </p:cNvPr>
            <p:cNvSpPr/>
            <p:nvPr/>
          </p:nvSpPr>
          <p:spPr>
            <a:xfrm>
              <a:off x="4719579" y="4335057"/>
              <a:ext cx="245553" cy="74718"/>
            </a:xfrm>
            <a:custGeom>
              <a:avLst/>
              <a:gdLst/>
              <a:ahLst/>
              <a:cxnLst/>
              <a:rect l="l" t="t" r="r" b="b"/>
              <a:pathLst>
                <a:path w="10717" h="3261" extrusionOk="0">
                  <a:moveTo>
                    <a:pt x="623" y="0"/>
                  </a:moveTo>
                  <a:cubicBezTo>
                    <a:pt x="271" y="0"/>
                    <a:pt x="0" y="325"/>
                    <a:pt x="81" y="677"/>
                  </a:cubicBezTo>
                  <a:lnTo>
                    <a:pt x="68" y="677"/>
                  </a:lnTo>
                  <a:lnTo>
                    <a:pt x="514" y="2814"/>
                  </a:lnTo>
                  <a:cubicBezTo>
                    <a:pt x="568" y="3072"/>
                    <a:pt x="798" y="3261"/>
                    <a:pt x="1056" y="3261"/>
                  </a:cubicBezTo>
                  <a:lnTo>
                    <a:pt x="4100" y="3261"/>
                  </a:lnTo>
                  <a:cubicBezTo>
                    <a:pt x="4371" y="3261"/>
                    <a:pt x="4587" y="3072"/>
                    <a:pt x="4641" y="2814"/>
                  </a:cubicBezTo>
                  <a:lnTo>
                    <a:pt x="4980" y="1218"/>
                  </a:lnTo>
                  <a:lnTo>
                    <a:pt x="5724" y="1218"/>
                  </a:lnTo>
                  <a:lnTo>
                    <a:pt x="6062" y="2814"/>
                  </a:lnTo>
                  <a:cubicBezTo>
                    <a:pt x="6116" y="3072"/>
                    <a:pt x="6346" y="3261"/>
                    <a:pt x="6603" y="3261"/>
                  </a:cubicBezTo>
                  <a:lnTo>
                    <a:pt x="9648" y="3261"/>
                  </a:lnTo>
                  <a:cubicBezTo>
                    <a:pt x="9918" y="3261"/>
                    <a:pt x="10148" y="3072"/>
                    <a:pt x="10203" y="2814"/>
                  </a:cubicBezTo>
                  <a:lnTo>
                    <a:pt x="10636" y="677"/>
                  </a:lnTo>
                  <a:cubicBezTo>
                    <a:pt x="10717" y="325"/>
                    <a:pt x="10460" y="0"/>
                    <a:pt x="10094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7">
              <a:extLst>
                <a:ext uri="{FF2B5EF4-FFF2-40B4-BE49-F238E27FC236}">
                  <a16:creationId xmlns:a16="http://schemas.microsoft.com/office/drawing/2014/main" id="{0A5112DD-3D8C-F15E-22C0-1A7D463D3E23}"/>
                </a:ext>
              </a:extLst>
            </p:cNvPr>
            <p:cNvSpPr/>
            <p:nvPr/>
          </p:nvSpPr>
          <p:spPr>
            <a:xfrm>
              <a:off x="4850410" y="4362941"/>
              <a:ext cx="32261" cy="46833"/>
            </a:xfrm>
            <a:custGeom>
              <a:avLst/>
              <a:gdLst/>
              <a:ahLst/>
              <a:cxnLst/>
              <a:rect l="l" t="t" r="r" b="b"/>
              <a:pathLst>
                <a:path w="1408" h="2044" extrusionOk="0">
                  <a:moveTo>
                    <a:pt x="0" y="1"/>
                  </a:moveTo>
                  <a:lnTo>
                    <a:pt x="339" y="1597"/>
                  </a:lnTo>
                  <a:cubicBezTo>
                    <a:pt x="393" y="1855"/>
                    <a:pt x="623" y="2044"/>
                    <a:pt x="880" y="2044"/>
                  </a:cubicBezTo>
                  <a:lnTo>
                    <a:pt x="1407" y="2044"/>
                  </a:lnTo>
                  <a:cubicBezTo>
                    <a:pt x="1150" y="2044"/>
                    <a:pt x="920" y="1855"/>
                    <a:pt x="866" y="1597"/>
                  </a:cubicBezTo>
                  <a:lnTo>
                    <a:pt x="528" y="1"/>
                  </a:ln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7">
              <a:extLst>
                <a:ext uri="{FF2B5EF4-FFF2-40B4-BE49-F238E27FC236}">
                  <a16:creationId xmlns:a16="http://schemas.microsoft.com/office/drawing/2014/main" id="{F2D0B2D5-05CE-FE91-379C-BA1FC54BA7CB}"/>
                </a:ext>
              </a:extLst>
            </p:cNvPr>
            <p:cNvSpPr/>
            <p:nvPr/>
          </p:nvSpPr>
          <p:spPr>
            <a:xfrm>
              <a:off x="4719259" y="4335057"/>
              <a:ext cx="36614" cy="74718"/>
            </a:xfrm>
            <a:custGeom>
              <a:avLst/>
              <a:gdLst/>
              <a:ahLst/>
              <a:cxnLst/>
              <a:rect l="l" t="t" r="r" b="b"/>
              <a:pathLst>
                <a:path w="1598" h="3261" extrusionOk="0">
                  <a:moveTo>
                    <a:pt x="623" y="0"/>
                  </a:moveTo>
                  <a:cubicBezTo>
                    <a:pt x="271" y="0"/>
                    <a:pt x="1" y="325"/>
                    <a:pt x="82" y="677"/>
                  </a:cubicBezTo>
                  <a:lnTo>
                    <a:pt x="528" y="2814"/>
                  </a:lnTo>
                  <a:cubicBezTo>
                    <a:pt x="582" y="3072"/>
                    <a:pt x="812" y="3261"/>
                    <a:pt x="1070" y="3261"/>
                  </a:cubicBezTo>
                  <a:lnTo>
                    <a:pt x="1597" y="3261"/>
                  </a:lnTo>
                  <a:cubicBezTo>
                    <a:pt x="1340" y="3261"/>
                    <a:pt x="1110" y="3072"/>
                    <a:pt x="1056" y="2814"/>
                  </a:cubicBezTo>
                  <a:lnTo>
                    <a:pt x="610" y="677"/>
                  </a:lnTo>
                  <a:cubicBezTo>
                    <a:pt x="542" y="325"/>
                    <a:pt x="799" y="0"/>
                    <a:pt x="1164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7">
              <a:extLst>
                <a:ext uri="{FF2B5EF4-FFF2-40B4-BE49-F238E27FC236}">
                  <a16:creationId xmlns:a16="http://schemas.microsoft.com/office/drawing/2014/main" id="{C9CAA4E7-AACE-9278-5773-03AAB727A1C5}"/>
                </a:ext>
              </a:extLst>
            </p:cNvPr>
            <p:cNvSpPr/>
            <p:nvPr/>
          </p:nvSpPr>
          <p:spPr>
            <a:xfrm>
              <a:off x="4740338" y="4352722"/>
              <a:ext cx="76596" cy="39707"/>
            </a:xfrm>
            <a:custGeom>
              <a:avLst/>
              <a:gdLst/>
              <a:ahLst/>
              <a:cxnLst/>
              <a:rect l="l" t="t" r="r" b="b"/>
              <a:pathLst>
                <a:path w="3343" h="1733" extrusionOk="0">
                  <a:moveTo>
                    <a:pt x="339" y="0"/>
                  </a:moveTo>
                  <a:cubicBezTo>
                    <a:pt x="150" y="0"/>
                    <a:pt x="1" y="176"/>
                    <a:pt x="41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2" y="1489"/>
                  </a:cubicBezTo>
                  <a:lnTo>
                    <a:pt x="3302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7">
              <a:extLst>
                <a:ext uri="{FF2B5EF4-FFF2-40B4-BE49-F238E27FC236}">
                  <a16:creationId xmlns:a16="http://schemas.microsoft.com/office/drawing/2014/main" id="{42F18CBC-979E-52A5-F79C-4789652E344E}"/>
                </a:ext>
              </a:extLst>
            </p:cNvPr>
            <p:cNvSpPr/>
            <p:nvPr/>
          </p:nvSpPr>
          <p:spPr>
            <a:xfrm>
              <a:off x="4740338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25" y="0"/>
                  </a:moveTo>
                  <a:cubicBezTo>
                    <a:pt x="136" y="0"/>
                    <a:pt x="1" y="176"/>
                    <a:pt x="28" y="366"/>
                  </a:cubicBezTo>
                  <a:lnTo>
                    <a:pt x="271" y="1489"/>
                  </a:lnTo>
                  <a:cubicBezTo>
                    <a:pt x="298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07" y="1719"/>
                    <a:pt x="786" y="1624"/>
                    <a:pt x="758" y="1489"/>
                  </a:cubicBezTo>
                  <a:lnTo>
                    <a:pt x="528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7">
              <a:extLst>
                <a:ext uri="{FF2B5EF4-FFF2-40B4-BE49-F238E27FC236}">
                  <a16:creationId xmlns:a16="http://schemas.microsoft.com/office/drawing/2014/main" id="{EF404DAA-50A5-D8C1-E8D0-C480134CFC1F}"/>
                </a:ext>
              </a:extLst>
            </p:cNvPr>
            <p:cNvSpPr/>
            <p:nvPr/>
          </p:nvSpPr>
          <p:spPr>
            <a:xfrm>
              <a:off x="4867136" y="4352722"/>
              <a:ext cx="76619" cy="39707"/>
            </a:xfrm>
            <a:custGeom>
              <a:avLst/>
              <a:gdLst/>
              <a:ahLst/>
              <a:cxnLst/>
              <a:rect l="l" t="t" r="r" b="b"/>
              <a:pathLst>
                <a:path w="3344" h="1733" extrusionOk="0">
                  <a:moveTo>
                    <a:pt x="339" y="0"/>
                  </a:moveTo>
                  <a:cubicBezTo>
                    <a:pt x="150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312" y="1624"/>
                    <a:pt x="434" y="1719"/>
                    <a:pt x="569" y="1732"/>
                  </a:cubicBezTo>
                  <a:lnTo>
                    <a:pt x="2775" y="1732"/>
                  </a:lnTo>
                  <a:cubicBezTo>
                    <a:pt x="2910" y="1719"/>
                    <a:pt x="3045" y="1624"/>
                    <a:pt x="3073" y="1489"/>
                  </a:cubicBezTo>
                  <a:lnTo>
                    <a:pt x="3303" y="366"/>
                  </a:lnTo>
                  <a:cubicBezTo>
                    <a:pt x="3343" y="176"/>
                    <a:pt x="3194" y="0"/>
                    <a:pt x="3005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7">
              <a:extLst>
                <a:ext uri="{FF2B5EF4-FFF2-40B4-BE49-F238E27FC236}">
                  <a16:creationId xmlns:a16="http://schemas.microsoft.com/office/drawing/2014/main" id="{9904ACBB-0D71-7290-8F62-A70406FCEFCD}"/>
                </a:ext>
              </a:extLst>
            </p:cNvPr>
            <p:cNvSpPr/>
            <p:nvPr/>
          </p:nvSpPr>
          <p:spPr>
            <a:xfrm>
              <a:off x="4867136" y="4352722"/>
              <a:ext cx="24219" cy="39707"/>
            </a:xfrm>
            <a:custGeom>
              <a:avLst/>
              <a:gdLst/>
              <a:ahLst/>
              <a:cxnLst/>
              <a:rect l="l" t="t" r="r" b="b"/>
              <a:pathLst>
                <a:path w="1057" h="1733" extrusionOk="0">
                  <a:moveTo>
                    <a:pt x="339" y="0"/>
                  </a:moveTo>
                  <a:cubicBezTo>
                    <a:pt x="136" y="0"/>
                    <a:pt x="1" y="176"/>
                    <a:pt x="42" y="366"/>
                  </a:cubicBezTo>
                  <a:lnTo>
                    <a:pt x="272" y="1489"/>
                  </a:lnTo>
                  <a:cubicBezTo>
                    <a:pt x="299" y="1624"/>
                    <a:pt x="420" y="1719"/>
                    <a:pt x="569" y="1732"/>
                  </a:cubicBezTo>
                  <a:lnTo>
                    <a:pt x="1056" y="1732"/>
                  </a:lnTo>
                  <a:cubicBezTo>
                    <a:pt x="921" y="1719"/>
                    <a:pt x="799" y="1624"/>
                    <a:pt x="759" y="1489"/>
                  </a:cubicBezTo>
                  <a:lnTo>
                    <a:pt x="529" y="366"/>
                  </a:lnTo>
                  <a:cubicBezTo>
                    <a:pt x="488" y="176"/>
                    <a:pt x="637" y="0"/>
                    <a:pt x="82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7">
              <a:extLst>
                <a:ext uri="{FF2B5EF4-FFF2-40B4-BE49-F238E27FC236}">
                  <a16:creationId xmlns:a16="http://schemas.microsoft.com/office/drawing/2014/main" id="{FC30DF8E-ACE5-3F21-BD46-78E3E0FC83B6}"/>
                </a:ext>
              </a:extLst>
            </p:cNvPr>
            <p:cNvSpPr/>
            <p:nvPr/>
          </p:nvSpPr>
          <p:spPr>
            <a:xfrm>
              <a:off x="4813933" y="4427646"/>
              <a:ext cx="56227" cy="27083"/>
            </a:xfrm>
            <a:custGeom>
              <a:avLst/>
              <a:gdLst/>
              <a:ahLst/>
              <a:cxnLst/>
              <a:rect l="l" t="t" r="r" b="b"/>
              <a:pathLst>
                <a:path w="2454" h="1182" extrusionOk="0">
                  <a:moveTo>
                    <a:pt x="286" y="0"/>
                  </a:moveTo>
                  <a:cubicBezTo>
                    <a:pt x="146" y="0"/>
                    <a:pt x="0" y="121"/>
                    <a:pt x="50" y="302"/>
                  </a:cubicBezTo>
                  <a:cubicBezTo>
                    <a:pt x="212" y="817"/>
                    <a:pt x="686" y="1168"/>
                    <a:pt x="1227" y="1182"/>
                  </a:cubicBezTo>
                  <a:cubicBezTo>
                    <a:pt x="1768" y="1168"/>
                    <a:pt x="2242" y="817"/>
                    <a:pt x="2404" y="302"/>
                  </a:cubicBezTo>
                  <a:cubicBezTo>
                    <a:pt x="2454" y="121"/>
                    <a:pt x="2308" y="0"/>
                    <a:pt x="2164" y="0"/>
                  </a:cubicBezTo>
                  <a:cubicBezTo>
                    <a:pt x="2072" y="0"/>
                    <a:pt x="1981" y="51"/>
                    <a:pt x="1944" y="167"/>
                  </a:cubicBezTo>
                  <a:cubicBezTo>
                    <a:pt x="1836" y="526"/>
                    <a:pt x="1528" y="705"/>
                    <a:pt x="1220" y="705"/>
                  </a:cubicBezTo>
                  <a:cubicBezTo>
                    <a:pt x="912" y="705"/>
                    <a:pt x="604" y="526"/>
                    <a:pt x="496" y="167"/>
                  </a:cubicBezTo>
                  <a:cubicBezTo>
                    <a:pt x="464" y="51"/>
                    <a:pt x="377" y="0"/>
                    <a:pt x="286" y="0"/>
                  </a:cubicBezTo>
                  <a:close/>
                </a:path>
              </a:pathLst>
            </a:custGeom>
            <a:solidFill>
              <a:srgbClr val="FEF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" name="Google Shape;1341;p47">
            <a:extLst>
              <a:ext uri="{FF2B5EF4-FFF2-40B4-BE49-F238E27FC236}">
                <a16:creationId xmlns:a16="http://schemas.microsoft.com/office/drawing/2014/main" id="{308B5909-2015-E0F2-FB3A-630369A024D0}"/>
              </a:ext>
            </a:extLst>
          </p:cNvPr>
          <p:cNvGrpSpPr/>
          <p:nvPr/>
        </p:nvGrpSpPr>
        <p:grpSpPr>
          <a:xfrm>
            <a:off x="2687704" y="1526906"/>
            <a:ext cx="407628" cy="363134"/>
            <a:chOff x="2515475" y="3566650"/>
            <a:chExt cx="383975" cy="361725"/>
          </a:xfrm>
        </p:grpSpPr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D5C298A0-9352-0B5B-C729-DC1FDDCFED73}"/>
                </a:ext>
              </a:extLst>
            </p:cNvPr>
            <p:cNvSpPr/>
            <p:nvPr/>
          </p:nvSpPr>
          <p:spPr>
            <a:xfrm>
              <a:off x="2663325" y="3815700"/>
              <a:ext cx="82900" cy="112525"/>
            </a:xfrm>
            <a:custGeom>
              <a:avLst/>
              <a:gdLst/>
              <a:ahLst/>
              <a:cxnLst/>
              <a:rect l="l" t="t" r="r" b="b"/>
              <a:pathLst>
                <a:path w="3316" h="4501" extrusionOk="0">
                  <a:moveTo>
                    <a:pt x="1069" y="1"/>
                  </a:moveTo>
                  <a:lnTo>
                    <a:pt x="0" y="623"/>
                  </a:lnTo>
                  <a:lnTo>
                    <a:pt x="2070" y="4196"/>
                  </a:lnTo>
                  <a:cubicBezTo>
                    <a:pt x="2178" y="4392"/>
                    <a:pt x="2379" y="4500"/>
                    <a:pt x="2590" y="4500"/>
                  </a:cubicBezTo>
                  <a:cubicBezTo>
                    <a:pt x="2698" y="4500"/>
                    <a:pt x="2808" y="4472"/>
                    <a:pt x="2909" y="4412"/>
                  </a:cubicBezTo>
                  <a:cubicBezTo>
                    <a:pt x="3207" y="4250"/>
                    <a:pt x="3315" y="3871"/>
                    <a:pt x="3139" y="3573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614AA328-5B80-B466-B151-2E020ACA8ED8}"/>
                </a:ext>
              </a:extLst>
            </p:cNvPr>
            <p:cNvSpPr/>
            <p:nvPr/>
          </p:nvSpPr>
          <p:spPr>
            <a:xfrm>
              <a:off x="2663325" y="3823150"/>
              <a:ext cx="78500" cy="105075"/>
            </a:xfrm>
            <a:custGeom>
              <a:avLst/>
              <a:gdLst/>
              <a:ahLst/>
              <a:cxnLst/>
              <a:rect l="l" t="t" r="r" b="b"/>
              <a:pathLst>
                <a:path w="3140" h="4203" extrusionOk="0">
                  <a:moveTo>
                    <a:pt x="541" y="1"/>
                  </a:moveTo>
                  <a:lnTo>
                    <a:pt x="0" y="325"/>
                  </a:lnTo>
                  <a:lnTo>
                    <a:pt x="2070" y="3898"/>
                  </a:lnTo>
                  <a:cubicBezTo>
                    <a:pt x="2178" y="4094"/>
                    <a:pt x="2379" y="4202"/>
                    <a:pt x="2590" y="4202"/>
                  </a:cubicBezTo>
                  <a:cubicBezTo>
                    <a:pt x="2698" y="4202"/>
                    <a:pt x="2808" y="4174"/>
                    <a:pt x="2909" y="4114"/>
                  </a:cubicBezTo>
                  <a:cubicBezTo>
                    <a:pt x="3004" y="4073"/>
                    <a:pt x="3085" y="3992"/>
                    <a:pt x="3139" y="3898"/>
                  </a:cubicBezTo>
                  <a:cubicBezTo>
                    <a:pt x="2923" y="3898"/>
                    <a:pt x="2720" y="3776"/>
                    <a:pt x="2598" y="3586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E6067033-6B91-C1B0-3A1A-98C1DEA1181B}"/>
                </a:ext>
              </a:extLst>
            </p:cNvPr>
            <p:cNvSpPr/>
            <p:nvPr/>
          </p:nvSpPr>
          <p:spPr>
            <a:xfrm>
              <a:off x="2561150" y="3815700"/>
              <a:ext cx="82900" cy="112625"/>
            </a:xfrm>
            <a:custGeom>
              <a:avLst/>
              <a:gdLst/>
              <a:ahLst/>
              <a:cxnLst/>
              <a:rect l="l" t="t" r="r" b="b"/>
              <a:pathLst>
                <a:path w="3316" h="4505" extrusionOk="0">
                  <a:moveTo>
                    <a:pt x="2233" y="1"/>
                  </a:moveTo>
                  <a:lnTo>
                    <a:pt x="177" y="3573"/>
                  </a:lnTo>
                  <a:cubicBezTo>
                    <a:pt x="1" y="3871"/>
                    <a:pt x="109" y="4250"/>
                    <a:pt x="407" y="4412"/>
                  </a:cubicBezTo>
                  <a:lnTo>
                    <a:pt x="407" y="4426"/>
                  </a:lnTo>
                  <a:cubicBezTo>
                    <a:pt x="504" y="4479"/>
                    <a:pt x="610" y="4504"/>
                    <a:pt x="714" y="4504"/>
                  </a:cubicBezTo>
                  <a:cubicBezTo>
                    <a:pt x="929" y="4504"/>
                    <a:pt x="1136" y="4396"/>
                    <a:pt x="1246" y="4196"/>
                  </a:cubicBezTo>
                  <a:lnTo>
                    <a:pt x="3316" y="62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D661E651-A62D-51BD-7933-23D95185BB60}"/>
                </a:ext>
              </a:extLst>
            </p:cNvPr>
            <p:cNvSpPr/>
            <p:nvPr/>
          </p:nvSpPr>
          <p:spPr>
            <a:xfrm>
              <a:off x="2559450" y="3815700"/>
              <a:ext cx="71075" cy="112675"/>
            </a:xfrm>
            <a:custGeom>
              <a:avLst/>
              <a:gdLst/>
              <a:ahLst/>
              <a:cxnLst/>
              <a:rect l="l" t="t" r="r" b="b"/>
              <a:pathLst>
                <a:path w="2843" h="4507" extrusionOk="0">
                  <a:moveTo>
                    <a:pt x="2301" y="1"/>
                  </a:moveTo>
                  <a:lnTo>
                    <a:pt x="245" y="3573"/>
                  </a:lnTo>
                  <a:cubicBezTo>
                    <a:pt x="1" y="3993"/>
                    <a:pt x="299" y="4507"/>
                    <a:pt x="786" y="4507"/>
                  </a:cubicBezTo>
                  <a:cubicBezTo>
                    <a:pt x="664" y="4317"/>
                    <a:pt x="664" y="4074"/>
                    <a:pt x="786" y="3884"/>
                  </a:cubicBezTo>
                  <a:lnTo>
                    <a:pt x="2843" y="312"/>
                  </a:lnTo>
                  <a:lnTo>
                    <a:pt x="2301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A52A65A7-93F0-F267-1D7A-4532352593BF}"/>
                </a:ext>
              </a:extLst>
            </p:cNvPr>
            <p:cNvSpPr/>
            <p:nvPr/>
          </p:nvSpPr>
          <p:spPr>
            <a:xfrm>
              <a:off x="2638275" y="3809625"/>
              <a:ext cx="30825" cy="118750"/>
            </a:xfrm>
            <a:custGeom>
              <a:avLst/>
              <a:gdLst/>
              <a:ahLst/>
              <a:cxnLst/>
              <a:rect l="l" t="t" r="r" b="b"/>
              <a:pathLst>
                <a:path w="1233" h="4750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79"/>
                    <a:pt x="271" y="4750"/>
                    <a:pt x="623" y="4750"/>
                  </a:cubicBezTo>
                  <a:cubicBezTo>
                    <a:pt x="961" y="4750"/>
                    <a:pt x="1232" y="4479"/>
                    <a:pt x="1232" y="4127"/>
                  </a:cubicBezTo>
                  <a:lnTo>
                    <a:pt x="1232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59303467-6477-09AE-65B9-E27281DCDBE3}"/>
                </a:ext>
              </a:extLst>
            </p:cNvPr>
            <p:cNvSpPr/>
            <p:nvPr/>
          </p:nvSpPr>
          <p:spPr>
            <a:xfrm>
              <a:off x="2638275" y="3809625"/>
              <a:ext cx="23025" cy="118550"/>
            </a:xfrm>
            <a:custGeom>
              <a:avLst/>
              <a:gdLst/>
              <a:ahLst/>
              <a:cxnLst/>
              <a:rect l="l" t="t" r="r" b="b"/>
              <a:pathLst>
                <a:path w="921" h="4742" extrusionOk="0">
                  <a:moveTo>
                    <a:pt x="1" y="0"/>
                  </a:moveTo>
                  <a:lnTo>
                    <a:pt x="1" y="4127"/>
                  </a:lnTo>
                  <a:cubicBezTo>
                    <a:pt x="1" y="4485"/>
                    <a:pt x="294" y="4742"/>
                    <a:pt x="612" y="4742"/>
                  </a:cubicBezTo>
                  <a:cubicBezTo>
                    <a:pt x="715" y="4742"/>
                    <a:pt x="821" y="4715"/>
                    <a:pt x="921" y="4655"/>
                  </a:cubicBezTo>
                  <a:cubicBezTo>
                    <a:pt x="731" y="4547"/>
                    <a:pt x="610" y="4344"/>
                    <a:pt x="623" y="4127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BEF048A1-2389-FFEB-3836-AF1D0F882445}"/>
                </a:ext>
              </a:extLst>
            </p:cNvPr>
            <p:cNvSpPr/>
            <p:nvPr/>
          </p:nvSpPr>
          <p:spPr>
            <a:xfrm>
              <a:off x="2593300" y="3786275"/>
              <a:ext cx="120775" cy="43000"/>
            </a:xfrm>
            <a:custGeom>
              <a:avLst/>
              <a:gdLst/>
              <a:ahLst/>
              <a:cxnLst/>
              <a:rect l="l" t="t" r="r" b="b"/>
              <a:pathLst>
                <a:path w="4831" h="1720" extrusionOk="0">
                  <a:moveTo>
                    <a:pt x="2260" y="1"/>
                  </a:moveTo>
                  <a:lnTo>
                    <a:pt x="623" y="786"/>
                  </a:lnTo>
                  <a:cubicBezTo>
                    <a:pt x="0" y="786"/>
                    <a:pt x="0" y="1719"/>
                    <a:pt x="623" y="1719"/>
                  </a:cubicBezTo>
                  <a:lnTo>
                    <a:pt x="4208" y="1719"/>
                  </a:lnTo>
                  <a:cubicBezTo>
                    <a:pt x="4831" y="1719"/>
                    <a:pt x="4831" y="786"/>
                    <a:pt x="4208" y="786"/>
                  </a:cubicBezTo>
                  <a:lnTo>
                    <a:pt x="2260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E67DDDD7-9169-B67A-081D-87AD296F25FF}"/>
                </a:ext>
              </a:extLst>
            </p:cNvPr>
            <p:cNvSpPr/>
            <p:nvPr/>
          </p:nvSpPr>
          <p:spPr>
            <a:xfrm>
              <a:off x="2593300" y="3805900"/>
              <a:ext cx="54150" cy="23375"/>
            </a:xfrm>
            <a:custGeom>
              <a:avLst/>
              <a:gdLst/>
              <a:ahLst/>
              <a:cxnLst/>
              <a:rect l="l" t="t" r="r" b="b"/>
              <a:pathLst>
                <a:path w="2166" h="935" extrusionOk="0">
                  <a:moveTo>
                    <a:pt x="623" y="1"/>
                  </a:moveTo>
                  <a:cubicBezTo>
                    <a:pt x="0" y="1"/>
                    <a:pt x="0" y="934"/>
                    <a:pt x="623" y="934"/>
                  </a:cubicBezTo>
                  <a:lnTo>
                    <a:pt x="2165" y="934"/>
                  </a:lnTo>
                  <a:cubicBezTo>
                    <a:pt x="1543" y="934"/>
                    <a:pt x="1543" y="1"/>
                    <a:pt x="2165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CDD01C9A-CFF7-E332-9EE0-3B57B45F47A4}"/>
                </a:ext>
              </a:extLst>
            </p:cNvPr>
            <p:cNvSpPr/>
            <p:nvPr/>
          </p:nvSpPr>
          <p:spPr>
            <a:xfrm>
              <a:off x="2647425" y="3566650"/>
              <a:ext cx="124850" cy="118375"/>
            </a:xfrm>
            <a:custGeom>
              <a:avLst/>
              <a:gdLst/>
              <a:ahLst/>
              <a:cxnLst/>
              <a:rect l="l" t="t" r="r" b="b"/>
              <a:pathLst>
                <a:path w="4994" h="4735" extrusionOk="0">
                  <a:moveTo>
                    <a:pt x="2623" y="1"/>
                  </a:moveTo>
                  <a:cubicBezTo>
                    <a:pt x="2168" y="1"/>
                    <a:pt x="1711" y="131"/>
                    <a:pt x="1313" y="397"/>
                  </a:cubicBezTo>
                  <a:cubicBezTo>
                    <a:pt x="365" y="1032"/>
                    <a:pt x="0" y="2237"/>
                    <a:pt x="433" y="3279"/>
                  </a:cubicBezTo>
                  <a:cubicBezTo>
                    <a:pt x="804" y="4170"/>
                    <a:pt x="1670" y="4735"/>
                    <a:pt x="2608" y="4735"/>
                  </a:cubicBezTo>
                  <a:cubicBezTo>
                    <a:pt x="2765" y="4735"/>
                    <a:pt x="2925" y="4719"/>
                    <a:pt x="3085" y="4686"/>
                  </a:cubicBezTo>
                  <a:cubicBezTo>
                    <a:pt x="4195" y="4469"/>
                    <a:pt x="4993" y="3495"/>
                    <a:pt x="4993" y="2372"/>
                  </a:cubicBezTo>
                  <a:cubicBezTo>
                    <a:pt x="4993" y="1736"/>
                    <a:pt x="4750" y="1141"/>
                    <a:pt x="4303" y="694"/>
                  </a:cubicBezTo>
                  <a:cubicBezTo>
                    <a:pt x="3845" y="236"/>
                    <a:pt x="3236" y="1"/>
                    <a:pt x="262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43783410-7480-5B56-D8CD-B1C6DC896CCC}"/>
                </a:ext>
              </a:extLst>
            </p:cNvPr>
            <p:cNvSpPr/>
            <p:nvPr/>
          </p:nvSpPr>
          <p:spPr>
            <a:xfrm>
              <a:off x="2653850" y="3566750"/>
              <a:ext cx="67000" cy="118400"/>
            </a:xfrm>
            <a:custGeom>
              <a:avLst/>
              <a:gdLst/>
              <a:ahLst/>
              <a:cxnLst/>
              <a:rect l="l" t="t" r="r" b="b"/>
              <a:pathLst>
                <a:path w="2680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79" y="4722"/>
                  </a:cubicBezTo>
                  <a:cubicBezTo>
                    <a:pt x="1489" y="4587"/>
                    <a:pt x="596" y="3572"/>
                    <a:pt x="596" y="2382"/>
                  </a:cubicBezTo>
                  <a:cubicBezTo>
                    <a:pt x="596" y="1177"/>
                    <a:pt x="1489" y="162"/>
                    <a:pt x="2679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27EE0E5F-BFAD-03C3-815D-DA76D6F939F6}"/>
                </a:ext>
              </a:extLst>
            </p:cNvPr>
            <p:cNvSpPr/>
            <p:nvPr/>
          </p:nvSpPr>
          <p:spPr>
            <a:xfrm>
              <a:off x="2665350" y="3590075"/>
              <a:ext cx="83225" cy="71575"/>
            </a:xfrm>
            <a:custGeom>
              <a:avLst/>
              <a:gdLst/>
              <a:ahLst/>
              <a:cxnLst/>
              <a:rect l="l" t="t" r="r" b="b"/>
              <a:pathLst>
                <a:path w="3329" h="2863" extrusionOk="0">
                  <a:moveTo>
                    <a:pt x="1908" y="1"/>
                  </a:moveTo>
                  <a:cubicBezTo>
                    <a:pt x="636" y="1"/>
                    <a:pt x="0" y="1543"/>
                    <a:pt x="893" y="2436"/>
                  </a:cubicBezTo>
                  <a:cubicBezTo>
                    <a:pt x="1188" y="2731"/>
                    <a:pt x="1548" y="2863"/>
                    <a:pt x="1900" y="2863"/>
                  </a:cubicBezTo>
                  <a:cubicBezTo>
                    <a:pt x="2632" y="2863"/>
                    <a:pt x="3329" y="2294"/>
                    <a:pt x="3329" y="1435"/>
                  </a:cubicBezTo>
                  <a:cubicBezTo>
                    <a:pt x="3329" y="650"/>
                    <a:pt x="2693" y="1"/>
                    <a:pt x="190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757B061D-4E3B-1DE5-CE89-19F435969ED5}"/>
                </a:ext>
              </a:extLst>
            </p:cNvPr>
            <p:cNvSpPr/>
            <p:nvPr/>
          </p:nvSpPr>
          <p:spPr>
            <a:xfrm>
              <a:off x="2706275" y="3590075"/>
              <a:ext cx="42300" cy="71400"/>
            </a:xfrm>
            <a:custGeom>
              <a:avLst/>
              <a:gdLst/>
              <a:ahLst/>
              <a:cxnLst/>
              <a:rect l="l" t="t" r="r" b="b"/>
              <a:pathLst>
                <a:path w="1692" h="2856" extrusionOk="0">
                  <a:moveTo>
                    <a:pt x="271" y="1"/>
                  </a:moveTo>
                  <a:cubicBezTo>
                    <a:pt x="176" y="1"/>
                    <a:pt x="95" y="14"/>
                    <a:pt x="0" y="28"/>
                  </a:cubicBezTo>
                  <a:cubicBezTo>
                    <a:pt x="1543" y="326"/>
                    <a:pt x="1543" y="2545"/>
                    <a:pt x="0" y="2842"/>
                  </a:cubicBezTo>
                  <a:cubicBezTo>
                    <a:pt x="95" y="2856"/>
                    <a:pt x="176" y="2856"/>
                    <a:pt x="271" y="2856"/>
                  </a:cubicBezTo>
                  <a:cubicBezTo>
                    <a:pt x="1056" y="2856"/>
                    <a:pt x="1692" y="2220"/>
                    <a:pt x="1692" y="1435"/>
                  </a:cubicBezTo>
                  <a:cubicBezTo>
                    <a:pt x="1692" y="650"/>
                    <a:pt x="1056" y="1"/>
                    <a:pt x="27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D8FDA046-466C-F78E-4C01-2F518048FE85}"/>
                </a:ext>
              </a:extLst>
            </p:cNvPr>
            <p:cNvSpPr/>
            <p:nvPr/>
          </p:nvSpPr>
          <p:spPr>
            <a:xfrm>
              <a:off x="2515475" y="3566750"/>
              <a:ext cx="138400" cy="118575"/>
            </a:xfrm>
            <a:custGeom>
              <a:avLst/>
              <a:gdLst/>
              <a:ahLst/>
              <a:cxnLst/>
              <a:rect l="l" t="t" r="r" b="b"/>
              <a:pathLst>
                <a:path w="5536" h="4743" extrusionOk="0">
                  <a:moveTo>
                    <a:pt x="3167" y="0"/>
                  </a:moveTo>
                  <a:cubicBezTo>
                    <a:pt x="1056" y="0"/>
                    <a:pt x="1" y="2544"/>
                    <a:pt x="1489" y="4046"/>
                  </a:cubicBezTo>
                  <a:cubicBezTo>
                    <a:pt x="1970" y="4527"/>
                    <a:pt x="2563" y="4742"/>
                    <a:pt x="3145" y="4742"/>
                  </a:cubicBezTo>
                  <a:cubicBezTo>
                    <a:pt x="4363" y="4742"/>
                    <a:pt x="5535" y="3797"/>
                    <a:pt x="5535" y="2368"/>
                  </a:cubicBezTo>
                  <a:cubicBezTo>
                    <a:pt x="5535" y="1056"/>
                    <a:pt x="4466" y="0"/>
                    <a:pt x="316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C7B082DD-DA99-CA01-3C9F-54AFC3EFF377}"/>
                </a:ext>
              </a:extLst>
            </p:cNvPr>
            <p:cNvSpPr/>
            <p:nvPr/>
          </p:nvSpPr>
          <p:spPr>
            <a:xfrm>
              <a:off x="2535450" y="3566750"/>
              <a:ext cx="66650" cy="118400"/>
            </a:xfrm>
            <a:custGeom>
              <a:avLst/>
              <a:gdLst/>
              <a:ahLst/>
              <a:cxnLst/>
              <a:rect l="l" t="t" r="r" b="b"/>
              <a:pathLst>
                <a:path w="2666" h="4736" extrusionOk="0">
                  <a:moveTo>
                    <a:pt x="2368" y="0"/>
                  </a:moveTo>
                  <a:cubicBezTo>
                    <a:pt x="1056" y="0"/>
                    <a:pt x="0" y="1069"/>
                    <a:pt x="0" y="2368"/>
                  </a:cubicBezTo>
                  <a:cubicBezTo>
                    <a:pt x="0" y="3681"/>
                    <a:pt x="1056" y="4736"/>
                    <a:pt x="2368" y="4736"/>
                  </a:cubicBezTo>
                  <a:cubicBezTo>
                    <a:pt x="2463" y="4736"/>
                    <a:pt x="2571" y="4736"/>
                    <a:pt x="2666" y="4722"/>
                  </a:cubicBezTo>
                  <a:cubicBezTo>
                    <a:pt x="1489" y="4574"/>
                    <a:pt x="596" y="3572"/>
                    <a:pt x="596" y="2382"/>
                  </a:cubicBezTo>
                  <a:cubicBezTo>
                    <a:pt x="596" y="1177"/>
                    <a:pt x="1489" y="176"/>
                    <a:pt x="2666" y="27"/>
                  </a:cubicBezTo>
                  <a:cubicBezTo>
                    <a:pt x="2571" y="14"/>
                    <a:pt x="2463" y="0"/>
                    <a:pt x="236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C5D38AF1-AE3C-6AD7-0B61-0923B642A6D7}"/>
                </a:ext>
              </a:extLst>
            </p:cNvPr>
            <p:cNvSpPr/>
            <p:nvPr/>
          </p:nvSpPr>
          <p:spPr>
            <a:xfrm>
              <a:off x="2562175" y="3601925"/>
              <a:ext cx="56175" cy="48075"/>
            </a:xfrm>
            <a:custGeom>
              <a:avLst/>
              <a:gdLst/>
              <a:ahLst/>
              <a:cxnLst/>
              <a:rect l="l" t="t" r="r" b="b"/>
              <a:pathLst>
                <a:path w="2247" h="1923" extrusionOk="0">
                  <a:moveTo>
                    <a:pt x="1286" y="0"/>
                  </a:moveTo>
                  <a:cubicBezTo>
                    <a:pt x="433" y="0"/>
                    <a:pt x="0" y="1029"/>
                    <a:pt x="609" y="1638"/>
                  </a:cubicBezTo>
                  <a:cubicBezTo>
                    <a:pt x="806" y="1835"/>
                    <a:pt x="1047" y="1922"/>
                    <a:pt x="1283" y="1922"/>
                  </a:cubicBezTo>
                  <a:cubicBezTo>
                    <a:pt x="1776" y="1922"/>
                    <a:pt x="2246" y="1538"/>
                    <a:pt x="2246" y="961"/>
                  </a:cubicBezTo>
                  <a:cubicBezTo>
                    <a:pt x="2246" y="433"/>
                    <a:pt x="1827" y="0"/>
                    <a:pt x="1286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EBB14609-E570-11D7-E19E-1FFC7CD81ED5}"/>
                </a:ext>
              </a:extLst>
            </p:cNvPr>
            <p:cNvSpPr/>
            <p:nvPr/>
          </p:nvSpPr>
          <p:spPr>
            <a:xfrm>
              <a:off x="2588550" y="3601925"/>
              <a:ext cx="29800" cy="48050"/>
            </a:xfrm>
            <a:custGeom>
              <a:avLst/>
              <a:gdLst/>
              <a:ahLst/>
              <a:cxnLst/>
              <a:rect l="l" t="t" r="r" b="b"/>
              <a:pathLst>
                <a:path w="1192" h="1922" extrusionOk="0">
                  <a:moveTo>
                    <a:pt x="231" y="0"/>
                  </a:moveTo>
                  <a:cubicBezTo>
                    <a:pt x="163" y="0"/>
                    <a:pt x="82" y="14"/>
                    <a:pt x="1" y="27"/>
                  </a:cubicBezTo>
                  <a:cubicBezTo>
                    <a:pt x="961" y="284"/>
                    <a:pt x="961" y="1638"/>
                    <a:pt x="1" y="1895"/>
                  </a:cubicBezTo>
                  <a:cubicBezTo>
                    <a:pt x="82" y="1908"/>
                    <a:pt x="163" y="1922"/>
                    <a:pt x="231" y="1922"/>
                  </a:cubicBezTo>
                  <a:cubicBezTo>
                    <a:pt x="772" y="1922"/>
                    <a:pt x="1191" y="1489"/>
                    <a:pt x="1191" y="961"/>
                  </a:cubicBezTo>
                  <a:cubicBezTo>
                    <a:pt x="1191" y="433"/>
                    <a:pt x="772" y="0"/>
                    <a:pt x="231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A7F490BA-FAEA-257B-75F3-C8D47F759962}"/>
                </a:ext>
              </a:extLst>
            </p:cNvPr>
            <p:cNvSpPr/>
            <p:nvPr/>
          </p:nvSpPr>
          <p:spPr>
            <a:xfrm>
              <a:off x="2738075" y="3716925"/>
              <a:ext cx="53475" cy="55175"/>
            </a:xfrm>
            <a:custGeom>
              <a:avLst/>
              <a:gdLst/>
              <a:ahLst/>
              <a:cxnLst/>
              <a:rect l="l" t="t" r="r" b="b"/>
              <a:pathLst>
                <a:path w="2139" h="2207" extrusionOk="0">
                  <a:moveTo>
                    <a:pt x="0" y="1"/>
                  </a:moveTo>
                  <a:lnTo>
                    <a:pt x="0" y="2206"/>
                  </a:lnTo>
                  <a:lnTo>
                    <a:pt x="2138" y="2206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2BC51B56-4F46-F62C-5270-D48C9CD414AE}"/>
                </a:ext>
              </a:extLst>
            </p:cNvPr>
            <p:cNvSpPr/>
            <p:nvPr/>
          </p:nvSpPr>
          <p:spPr>
            <a:xfrm>
              <a:off x="2738075" y="3749075"/>
              <a:ext cx="53475" cy="23025"/>
            </a:xfrm>
            <a:custGeom>
              <a:avLst/>
              <a:gdLst/>
              <a:ahLst/>
              <a:cxnLst/>
              <a:rect l="l" t="t" r="r" b="b"/>
              <a:pathLst>
                <a:path w="2139" h="921" extrusionOk="0">
                  <a:moveTo>
                    <a:pt x="0" y="0"/>
                  </a:moveTo>
                  <a:lnTo>
                    <a:pt x="0" y="920"/>
                  </a:lnTo>
                  <a:lnTo>
                    <a:pt x="2138" y="920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D5CC4E06-FAD0-D0F3-5984-D8D3116C127F}"/>
                </a:ext>
              </a:extLst>
            </p:cNvPr>
            <p:cNvSpPr/>
            <p:nvPr/>
          </p:nvSpPr>
          <p:spPr>
            <a:xfrm>
              <a:off x="2556750" y="3682775"/>
              <a:ext cx="195225" cy="123150"/>
            </a:xfrm>
            <a:custGeom>
              <a:avLst/>
              <a:gdLst/>
              <a:ahLst/>
              <a:cxnLst/>
              <a:rect l="l" t="t" r="r" b="b"/>
              <a:pathLst>
                <a:path w="7809" h="4926" extrusionOk="0">
                  <a:moveTo>
                    <a:pt x="6712" y="0"/>
                  </a:moveTo>
                  <a:lnTo>
                    <a:pt x="6712" y="14"/>
                  </a:lnTo>
                  <a:lnTo>
                    <a:pt x="1110" y="14"/>
                  </a:lnTo>
                  <a:cubicBezTo>
                    <a:pt x="488" y="14"/>
                    <a:pt x="1" y="501"/>
                    <a:pt x="1" y="1110"/>
                  </a:cubicBezTo>
                  <a:lnTo>
                    <a:pt x="1" y="3816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6712" y="4926"/>
                  </a:lnTo>
                  <a:cubicBezTo>
                    <a:pt x="7321" y="4926"/>
                    <a:pt x="7808" y="4438"/>
                    <a:pt x="7808" y="3830"/>
                  </a:cubicBezTo>
                  <a:lnTo>
                    <a:pt x="7808" y="1110"/>
                  </a:lnTo>
                  <a:cubicBezTo>
                    <a:pt x="7808" y="501"/>
                    <a:pt x="7321" y="0"/>
                    <a:pt x="671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A0D7AC82-EC61-8B4A-3C9E-1CC3FCFE3580}"/>
                </a:ext>
              </a:extLst>
            </p:cNvPr>
            <p:cNvSpPr/>
            <p:nvPr/>
          </p:nvSpPr>
          <p:spPr>
            <a:xfrm>
              <a:off x="2556750" y="3682775"/>
              <a:ext cx="56175" cy="123150"/>
            </a:xfrm>
            <a:custGeom>
              <a:avLst/>
              <a:gdLst/>
              <a:ahLst/>
              <a:cxnLst/>
              <a:rect l="l" t="t" r="r" b="b"/>
              <a:pathLst>
                <a:path w="2247" h="4926" extrusionOk="0">
                  <a:moveTo>
                    <a:pt x="1110" y="0"/>
                  </a:moveTo>
                  <a:cubicBezTo>
                    <a:pt x="488" y="0"/>
                    <a:pt x="1" y="501"/>
                    <a:pt x="1" y="1110"/>
                  </a:cubicBezTo>
                  <a:lnTo>
                    <a:pt x="1" y="3830"/>
                  </a:lnTo>
                  <a:cubicBezTo>
                    <a:pt x="1" y="4438"/>
                    <a:pt x="488" y="4926"/>
                    <a:pt x="1110" y="4926"/>
                  </a:cubicBezTo>
                  <a:lnTo>
                    <a:pt x="2233" y="4926"/>
                  </a:lnTo>
                  <a:cubicBezTo>
                    <a:pt x="1624" y="4926"/>
                    <a:pt x="1137" y="4425"/>
                    <a:pt x="1137" y="3816"/>
                  </a:cubicBezTo>
                  <a:lnTo>
                    <a:pt x="1137" y="1110"/>
                  </a:lnTo>
                  <a:cubicBezTo>
                    <a:pt x="1137" y="501"/>
                    <a:pt x="1624" y="0"/>
                    <a:pt x="224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8AD7F365-EF3D-3686-3EF1-0CAC47A29DBE}"/>
                </a:ext>
              </a:extLst>
            </p:cNvPr>
            <p:cNvSpPr/>
            <p:nvPr/>
          </p:nvSpPr>
          <p:spPr>
            <a:xfrm>
              <a:off x="2777325" y="3680750"/>
              <a:ext cx="39250" cy="127550"/>
            </a:xfrm>
            <a:custGeom>
              <a:avLst/>
              <a:gdLst/>
              <a:ahLst/>
              <a:cxnLst/>
              <a:rect l="l" t="t" r="r" b="b"/>
              <a:pathLst>
                <a:path w="1570" h="5102" extrusionOk="0">
                  <a:moveTo>
                    <a:pt x="1570" y="0"/>
                  </a:moveTo>
                  <a:lnTo>
                    <a:pt x="0" y="893"/>
                  </a:lnTo>
                  <a:lnTo>
                    <a:pt x="0" y="4208"/>
                  </a:lnTo>
                  <a:lnTo>
                    <a:pt x="1570" y="510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8E42F80D-4F34-FC57-F039-E1DAC6EA02FF}"/>
                </a:ext>
              </a:extLst>
            </p:cNvPr>
            <p:cNvSpPr/>
            <p:nvPr/>
          </p:nvSpPr>
          <p:spPr>
            <a:xfrm>
              <a:off x="2673125" y="3712525"/>
              <a:ext cx="44000" cy="64300"/>
            </a:xfrm>
            <a:custGeom>
              <a:avLst/>
              <a:gdLst/>
              <a:ahLst/>
              <a:cxnLst/>
              <a:rect l="l" t="t" r="r" b="b"/>
              <a:pathLst>
                <a:path w="1760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1313" y="2572"/>
                  </a:lnTo>
                  <a:cubicBezTo>
                    <a:pt x="1557" y="2572"/>
                    <a:pt x="1759" y="2369"/>
                    <a:pt x="1759" y="2125"/>
                  </a:cubicBezTo>
                  <a:lnTo>
                    <a:pt x="1759" y="434"/>
                  </a:lnTo>
                  <a:cubicBezTo>
                    <a:pt x="1759" y="190"/>
                    <a:pt x="1557" y="1"/>
                    <a:pt x="1313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>
              <a:extLst>
                <a:ext uri="{FF2B5EF4-FFF2-40B4-BE49-F238E27FC236}">
                  <a16:creationId xmlns:a16="http://schemas.microsoft.com/office/drawing/2014/main" id="{AB2E0058-EB3F-8290-21A5-4F6507B033C8}"/>
                </a:ext>
              </a:extLst>
            </p:cNvPr>
            <p:cNvSpPr/>
            <p:nvPr/>
          </p:nvSpPr>
          <p:spPr>
            <a:xfrm>
              <a:off x="2673125" y="3712525"/>
              <a:ext cx="23700" cy="64300"/>
            </a:xfrm>
            <a:custGeom>
              <a:avLst/>
              <a:gdLst/>
              <a:ahLst/>
              <a:cxnLst/>
              <a:rect l="l" t="t" r="r" b="b"/>
              <a:pathLst>
                <a:path w="948" h="2572" extrusionOk="0">
                  <a:moveTo>
                    <a:pt x="433" y="1"/>
                  </a:moveTo>
                  <a:cubicBezTo>
                    <a:pt x="190" y="1"/>
                    <a:pt x="0" y="190"/>
                    <a:pt x="0" y="434"/>
                  </a:cubicBezTo>
                  <a:lnTo>
                    <a:pt x="0" y="2125"/>
                  </a:lnTo>
                  <a:cubicBezTo>
                    <a:pt x="0" y="2369"/>
                    <a:pt x="190" y="2572"/>
                    <a:pt x="433" y="2572"/>
                  </a:cubicBezTo>
                  <a:lnTo>
                    <a:pt x="948" y="2572"/>
                  </a:lnTo>
                  <a:cubicBezTo>
                    <a:pt x="704" y="2572"/>
                    <a:pt x="501" y="2369"/>
                    <a:pt x="501" y="2125"/>
                  </a:cubicBezTo>
                  <a:lnTo>
                    <a:pt x="501" y="434"/>
                  </a:lnTo>
                  <a:cubicBezTo>
                    <a:pt x="501" y="190"/>
                    <a:pt x="704" y="1"/>
                    <a:pt x="948" y="1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>
              <a:extLst>
                <a:ext uri="{FF2B5EF4-FFF2-40B4-BE49-F238E27FC236}">
                  <a16:creationId xmlns:a16="http://schemas.microsoft.com/office/drawing/2014/main" id="{EB5CC70E-FEF2-E5E3-2BFC-604321BA42DB}"/>
                </a:ext>
              </a:extLst>
            </p:cNvPr>
            <p:cNvSpPr/>
            <p:nvPr/>
          </p:nvSpPr>
          <p:spPr>
            <a:xfrm>
              <a:off x="2839900" y="3668825"/>
              <a:ext cx="47375" cy="37300"/>
            </a:xfrm>
            <a:custGeom>
              <a:avLst/>
              <a:gdLst/>
              <a:ahLst/>
              <a:cxnLst/>
              <a:rect l="l" t="t" r="r" b="b"/>
              <a:pathLst>
                <a:path w="1895" h="1492" extrusionOk="0">
                  <a:moveTo>
                    <a:pt x="1229" y="0"/>
                  </a:moveTo>
                  <a:cubicBezTo>
                    <a:pt x="1136" y="0"/>
                    <a:pt x="1042" y="27"/>
                    <a:pt x="961" y="85"/>
                  </a:cubicBezTo>
                  <a:lnTo>
                    <a:pt x="298" y="531"/>
                  </a:lnTo>
                  <a:cubicBezTo>
                    <a:pt x="81" y="667"/>
                    <a:pt x="0" y="951"/>
                    <a:pt x="136" y="1181"/>
                  </a:cubicBezTo>
                  <a:lnTo>
                    <a:pt x="176" y="1248"/>
                  </a:lnTo>
                  <a:cubicBezTo>
                    <a:pt x="261" y="1400"/>
                    <a:pt x="426" y="1491"/>
                    <a:pt x="596" y="1491"/>
                  </a:cubicBezTo>
                  <a:cubicBezTo>
                    <a:pt x="669" y="1491"/>
                    <a:pt x="743" y="1474"/>
                    <a:pt x="812" y="1438"/>
                  </a:cubicBezTo>
                  <a:lnTo>
                    <a:pt x="1529" y="1100"/>
                  </a:lnTo>
                  <a:cubicBezTo>
                    <a:pt x="1786" y="978"/>
                    <a:pt x="1895" y="667"/>
                    <a:pt x="1746" y="409"/>
                  </a:cubicBezTo>
                  <a:lnTo>
                    <a:pt x="1665" y="247"/>
                  </a:lnTo>
                  <a:cubicBezTo>
                    <a:pt x="1568" y="90"/>
                    <a:pt x="1399" y="0"/>
                    <a:pt x="1229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>
              <a:extLst>
                <a:ext uri="{FF2B5EF4-FFF2-40B4-BE49-F238E27FC236}">
                  <a16:creationId xmlns:a16="http://schemas.microsoft.com/office/drawing/2014/main" id="{4BEE48EE-12EB-E8A6-DA67-EAD38CB1B870}"/>
                </a:ext>
              </a:extLst>
            </p:cNvPr>
            <p:cNvSpPr/>
            <p:nvPr/>
          </p:nvSpPr>
          <p:spPr>
            <a:xfrm>
              <a:off x="2854775" y="3730075"/>
              <a:ext cx="44675" cy="29175"/>
            </a:xfrm>
            <a:custGeom>
              <a:avLst/>
              <a:gdLst/>
              <a:ahLst/>
              <a:cxnLst/>
              <a:rect l="l" t="t" r="r" b="b"/>
              <a:pathLst>
                <a:path w="1787" h="1167" extrusionOk="0">
                  <a:moveTo>
                    <a:pt x="1305" y="0"/>
                  </a:moveTo>
                  <a:cubicBezTo>
                    <a:pt x="1289" y="0"/>
                    <a:pt x="1274" y="1"/>
                    <a:pt x="1259" y="3"/>
                  </a:cubicBezTo>
                  <a:lnTo>
                    <a:pt x="461" y="43"/>
                  </a:lnTo>
                  <a:cubicBezTo>
                    <a:pt x="204" y="57"/>
                    <a:pt x="1" y="273"/>
                    <a:pt x="1" y="530"/>
                  </a:cubicBezTo>
                  <a:lnTo>
                    <a:pt x="1" y="612"/>
                  </a:lnTo>
                  <a:cubicBezTo>
                    <a:pt x="1" y="869"/>
                    <a:pt x="190" y="1085"/>
                    <a:pt x="461" y="1112"/>
                  </a:cubicBezTo>
                  <a:lnTo>
                    <a:pt x="1246" y="1166"/>
                  </a:lnTo>
                  <a:cubicBezTo>
                    <a:pt x="1254" y="1167"/>
                    <a:pt x="1262" y="1167"/>
                    <a:pt x="1271" y="1167"/>
                  </a:cubicBezTo>
                  <a:cubicBezTo>
                    <a:pt x="1544" y="1167"/>
                    <a:pt x="1774" y="955"/>
                    <a:pt x="1787" y="679"/>
                  </a:cubicBezTo>
                  <a:lnTo>
                    <a:pt x="1787" y="490"/>
                  </a:lnTo>
                  <a:cubicBezTo>
                    <a:pt x="1787" y="221"/>
                    <a:pt x="1569" y="0"/>
                    <a:pt x="1305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>
              <a:extLst>
                <a:ext uri="{FF2B5EF4-FFF2-40B4-BE49-F238E27FC236}">
                  <a16:creationId xmlns:a16="http://schemas.microsoft.com/office/drawing/2014/main" id="{B009B0DD-BD9C-FFA0-92AF-75768F4DD53E}"/>
                </a:ext>
              </a:extLst>
            </p:cNvPr>
            <p:cNvSpPr/>
            <p:nvPr/>
          </p:nvSpPr>
          <p:spPr>
            <a:xfrm>
              <a:off x="2839550" y="3782725"/>
              <a:ext cx="47050" cy="37500"/>
            </a:xfrm>
            <a:custGeom>
              <a:avLst/>
              <a:gdLst/>
              <a:ahLst/>
              <a:cxnLst/>
              <a:rect l="l" t="t" r="r" b="b"/>
              <a:pathLst>
                <a:path w="1882" h="1500" extrusionOk="0">
                  <a:moveTo>
                    <a:pt x="600" y="1"/>
                  </a:moveTo>
                  <a:cubicBezTo>
                    <a:pt x="428" y="1"/>
                    <a:pt x="259" y="89"/>
                    <a:pt x="163" y="251"/>
                  </a:cubicBezTo>
                  <a:lnTo>
                    <a:pt x="123" y="305"/>
                  </a:lnTo>
                  <a:cubicBezTo>
                    <a:pt x="1" y="535"/>
                    <a:pt x="68" y="819"/>
                    <a:pt x="271" y="968"/>
                  </a:cubicBezTo>
                  <a:lnTo>
                    <a:pt x="934" y="1415"/>
                  </a:lnTo>
                  <a:cubicBezTo>
                    <a:pt x="1021" y="1472"/>
                    <a:pt x="1115" y="1499"/>
                    <a:pt x="1208" y="1499"/>
                  </a:cubicBezTo>
                  <a:cubicBezTo>
                    <a:pt x="1378" y="1499"/>
                    <a:pt x="1542" y="1410"/>
                    <a:pt x="1638" y="1252"/>
                  </a:cubicBezTo>
                  <a:lnTo>
                    <a:pt x="1733" y="1103"/>
                  </a:lnTo>
                  <a:cubicBezTo>
                    <a:pt x="1882" y="846"/>
                    <a:pt x="1787" y="535"/>
                    <a:pt x="1530" y="400"/>
                  </a:cubicBezTo>
                  <a:lnTo>
                    <a:pt x="813" y="48"/>
                  </a:lnTo>
                  <a:cubicBezTo>
                    <a:pt x="745" y="16"/>
                    <a:pt x="672" y="1"/>
                    <a:pt x="600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5526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" grpId="0" build="p"/>
      <p:bldP spid="132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67"/>
          <p:cNvSpPr txBox="1">
            <a:spLocks noGrp="1"/>
          </p:cNvSpPr>
          <p:nvPr>
            <p:ph type="title"/>
          </p:nvPr>
        </p:nvSpPr>
        <p:spPr>
          <a:xfrm>
            <a:off x="2535045" y="2495538"/>
            <a:ext cx="4244896" cy="841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Pipeline</a:t>
            </a:r>
            <a:endParaRPr dirty="0"/>
          </a:p>
        </p:txBody>
      </p:sp>
      <p:sp>
        <p:nvSpPr>
          <p:cNvPr id="1843" name="Google Shape;1843;p67"/>
          <p:cNvSpPr txBox="1">
            <a:spLocks noGrp="1"/>
          </p:cNvSpPr>
          <p:nvPr>
            <p:ph type="title" idx="2"/>
          </p:nvPr>
        </p:nvSpPr>
        <p:spPr>
          <a:xfrm>
            <a:off x="3462175" y="1034250"/>
            <a:ext cx="2214600" cy="15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44" name="Google Shape;1844;p67"/>
          <p:cNvSpPr txBox="1">
            <a:spLocks noGrp="1"/>
          </p:cNvSpPr>
          <p:nvPr>
            <p:ph type="subTitle" idx="1"/>
          </p:nvPr>
        </p:nvSpPr>
        <p:spPr>
          <a:xfrm>
            <a:off x="2785859" y="3580688"/>
            <a:ext cx="3567231" cy="417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Now we will talk about  the ML-Pipeline</a:t>
            </a:r>
            <a:endParaRPr dirty="0"/>
          </a:p>
        </p:txBody>
      </p:sp>
      <p:sp>
        <p:nvSpPr>
          <p:cNvPr id="1845" name="Google Shape;1845;p67"/>
          <p:cNvSpPr/>
          <p:nvPr/>
        </p:nvSpPr>
        <p:spPr>
          <a:xfrm flipH="1">
            <a:off x="3431413" y="15516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67"/>
          <p:cNvSpPr/>
          <p:nvPr/>
        </p:nvSpPr>
        <p:spPr>
          <a:xfrm flipH="1">
            <a:off x="5532188" y="15516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67"/>
          <p:cNvSpPr/>
          <p:nvPr/>
        </p:nvSpPr>
        <p:spPr>
          <a:xfrm>
            <a:off x="1192000" y="257175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67"/>
          <p:cNvSpPr/>
          <p:nvPr/>
        </p:nvSpPr>
        <p:spPr>
          <a:xfrm>
            <a:off x="7593928" y="299890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67"/>
          <p:cNvSpPr/>
          <p:nvPr/>
        </p:nvSpPr>
        <p:spPr>
          <a:xfrm>
            <a:off x="1550063" y="341353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67"/>
          <p:cNvSpPr/>
          <p:nvPr/>
        </p:nvSpPr>
        <p:spPr>
          <a:xfrm>
            <a:off x="1247066" y="3997691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67"/>
          <p:cNvSpPr/>
          <p:nvPr/>
        </p:nvSpPr>
        <p:spPr>
          <a:xfrm>
            <a:off x="7716388" y="3997688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4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4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2" grpId="0"/>
      <p:bldP spid="1843" grpId="0"/>
      <p:bldP spid="1844" grpId="0" build="p" animBg="1"/>
      <p:bldP spid="1845" grpId="0" animBg="1"/>
      <p:bldP spid="184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/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1: Importing Libraries &amp; Dependencies</a:t>
            </a:r>
            <a:endParaRPr sz="2400" dirty="0"/>
          </a:p>
        </p:txBody>
      </p:sp>
      <p:sp>
        <p:nvSpPr>
          <p:cNvPr id="1981" name="Google Shape;1981;p73"/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IN" dirty="0" err="1">
                <a:solidFill>
                  <a:srgbClr val="1A0E52"/>
                </a:solidFill>
                <a:latin typeface="Calibri"/>
              </a:rPr>
              <a:t>numpy</a:t>
            </a:r>
            <a:r>
              <a:rPr lang="en-IN" dirty="0">
                <a:solidFill>
                  <a:srgbClr val="1A0E52"/>
                </a:solidFill>
                <a:latin typeface="Calibri"/>
              </a:rPr>
              <a:t> &amp; pandas: Foundation libraries for array and </a:t>
            </a:r>
            <a:r>
              <a:rPr lang="en-IN" dirty="0" err="1">
                <a:solidFill>
                  <a:srgbClr val="1A0E52"/>
                </a:solidFill>
                <a:latin typeface="Calibri"/>
              </a:rPr>
              <a:t>dataframe</a:t>
            </a:r>
            <a:r>
              <a:rPr lang="en-IN" dirty="0">
                <a:solidFill>
                  <a:srgbClr val="1A0E52"/>
                </a:solidFill>
                <a:latin typeface="Calibri"/>
              </a:rPr>
              <a:t> manipulations.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IN" dirty="0" err="1">
                <a:solidFill>
                  <a:srgbClr val="1A0E52"/>
                </a:solidFill>
                <a:latin typeface="Calibri"/>
              </a:rPr>
              <a:t>difflib</a:t>
            </a:r>
            <a:r>
              <a:rPr lang="en-IN" dirty="0">
                <a:solidFill>
                  <a:srgbClr val="1A0E52"/>
                </a:solidFill>
                <a:latin typeface="Calibri"/>
              </a:rPr>
              <a:t>: Standard Python library containing tools to compare sequences (fuzzy string matching).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IN" dirty="0" err="1">
                <a:solidFill>
                  <a:srgbClr val="1A0E52"/>
                </a:solidFill>
                <a:latin typeface="Calibri"/>
              </a:rPr>
              <a:t>TfidfVectorizer</a:t>
            </a:r>
            <a:r>
              <a:rPr lang="en-IN" dirty="0">
                <a:solidFill>
                  <a:srgbClr val="1A0E52"/>
                </a:solidFill>
                <a:latin typeface="Calibri"/>
              </a:rPr>
              <a:t>: Converts collection of raw documents to a matrix of TF-IDF features.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IN" dirty="0" err="1">
                <a:solidFill>
                  <a:srgbClr val="1A0E52"/>
                </a:solidFill>
                <a:latin typeface="Calibri"/>
              </a:rPr>
              <a:t>cosine_similarity</a:t>
            </a:r>
            <a:r>
              <a:rPr lang="en-IN" dirty="0">
                <a:solidFill>
                  <a:srgbClr val="1A0E52"/>
                </a:solidFill>
                <a:latin typeface="Calibri"/>
              </a:rPr>
              <a:t>: Calculates the angular similarity between movie vectors.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/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/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/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/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/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D137C68-CEEB-2E11-D83A-AE0CEDFAB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283" y="1399978"/>
            <a:ext cx="3601024" cy="2146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0301151D-8C61-65CC-4DC1-7E44BD2F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58CC0145-928D-B364-0C40-1F53A0FF6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2: Data Loading &amp; Shape Inspection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A332901D-7B2A-6C32-F466-3C54723618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pd.read_csv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Loads the source file 'movies.csv' into a structured pandas 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DataFrame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movies_data.head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(): Inspects the top 5 records to understand available columns and formats.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movies_data.shape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Confirms the scale of the dataset (row count and column count).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622462BF-16A5-95F7-EFBD-226C4073B05B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840ACDD3-E266-00C2-E923-2282EB3F7FAA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F4C4D3F6-A228-AD81-66C4-15E68725FFC2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5AAF6AE2-25C9-8B94-D481-4D4B6E110949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DC58B5C5-199B-B3B3-A2FA-9EC542B50591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44149D-37CD-EF79-E43E-611F1A57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948" y="1387273"/>
            <a:ext cx="3553057" cy="219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F61748A9-8514-C39D-CB34-9AA9B2B9B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441EE0B0-F236-B8A5-F79F-09777751A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3: Feature Selection &amp; Handling Nulls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DEE628C9-CB6C-B0CB-F682-1CE26B687B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Feature Selection: We narrow down the dataset columns to only those capturing a movie's creative identity (genres, keywords, tagline, cast, director).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fillna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(''): Missing entries in the selected columns are replaced with an empty string.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Crucial data cleaning: Leaving Null (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NaN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) values in text records causes vectorizer operations to fail with float errors.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5105DE3E-DEBE-178B-C623-8935D6EE8DA0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B03BDA2D-C870-EB70-FD42-963F6B109E93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D210FC1C-534E-0D64-9FCF-F8150E5792A4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00F143FD-AD65-8808-58C6-C6CA09AF0064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69356E96-0629-344F-16A5-1B497CE61C86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5134E90-23A7-FB2C-45C5-C71D0B7B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75" y="1370510"/>
            <a:ext cx="3603935" cy="220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05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92A97454-E813-1D42-0CE7-643D6860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6635735D-49B6-5B28-E068-1EBE0CD09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6152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</a:t>
            </a:r>
            <a:r>
              <a:rPr lang="en-IN" sz="2400" dirty="0"/>
              <a:t>4: Feature Combination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16B08826-51A5-B1CC-DEDE-F28C00EEF7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String Concatenation: Merges the cleaned string features with single space separation.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Unified Profile: The output is a single combined string of descriptors representing the movie's artistic fingerprint.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Acts as input to the TF-IDF Vectorizer to extract vocabulary weightings</a:t>
            </a:r>
            <a:r>
              <a:rPr lang="en-US" dirty="0">
                <a:solidFill>
                  <a:srgbClr val="CBD5E1"/>
                </a:solidFill>
                <a:latin typeface="Calibri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904EDC64-1D42-D597-90FC-49138CAD5723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5BBFDD0A-EE9E-5BBB-CD68-103DA16D2807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61A95CA0-DE0D-3948-628F-59F9AEB05FDA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22219DA5-8CE4-BF01-F0F0-42C1F0E5ACD3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CF52426E-91D3-D760-094F-6D70615B0339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63D0BE1-10DA-B0B4-128B-3CEEB787E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82" y="1399978"/>
            <a:ext cx="3501589" cy="21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98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76DDD113-F51F-8A09-4BDF-6C3BA035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557BB5A9-37E5-8A75-D699-A092C3A48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</a:t>
            </a:r>
            <a:r>
              <a:rPr lang="en-IN" sz="2400" dirty="0"/>
              <a:t>5: TF-IDF Vectorization</a:t>
            </a:r>
            <a:br>
              <a:rPr lang="en-IN" sz="2400" dirty="0"/>
            </a:b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0E781548-50A2-09A5-C65A-92CA5CB7DB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676508"/>
            <a:ext cx="3762053" cy="3539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TfidfVectorizer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Instantiates the transformer that tokenizes and normalizes terms.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fit_transform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Fits vectorizer to vocabulary and converts raw strings to sparse matrix representation.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TF (Term Frequency): Gives weight to terms that appear often inside a movie's metadata.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IDF (Inverse Document Frequency): Reduces weight for words common across all movies (e.g. 'the', 'movie') and raises importance of unique terms (e.g. 'cyberpunk').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3646EEF0-B037-6485-B583-B829A35A926E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96632378-5F74-DD1A-4DAB-363799798774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4D13BAD7-76DB-E503-F392-7C40883BE175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7252449F-A5E3-74EA-4CDD-7E92079B6698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F24BF73B-E3EF-65CE-08E4-BF90B6DC5CEE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87C4C06-DB4B-43A8-EA21-0810F309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012" y="1339090"/>
            <a:ext cx="3563861" cy="23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7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340D1540-8AD3-6508-0D8B-6359D463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BA3CE7C8-CDCE-F477-62D2-DD9091DC9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6: Precomputing Cosine Similarity Matrix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64BDB9A7-3ED5-331B-6C1C-C932C25B98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246424"/>
            <a:ext cx="3762053" cy="2969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cosine_similarity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Measures the angle between movie vectors in high-dimensional space.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Score Range: Value from 0.0 (perpendicular, completely dissimilar) to 1.0 (collinear, identical).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N x N Matrix: Generates an indexable array mapping all movies against all movies.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Allows O(1) retrieval: 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Precalculating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 it at startup avoids having to compute it dynamically during request times.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36DF7E45-53B4-03DA-8B9D-041DD0766592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469F0F32-9B7E-21E8-A891-4F1058D180C6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ECEB113C-2F14-88E9-4355-A7D12D47517B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3792CF9B-AFF2-A2D0-BD17-5166AA84BF79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63839F2E-A39E-28CE-67E0-4291CA121E3B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FF2C8E5-AE1D-1F01-580E-E64C6697F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988" y="1391115"/>
            <a:ext cx="3531451" cy="219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14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8B90FBC4-24F2-B4F4-5426-2F94387C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C91349FC-1E3E-9E02-7A37-C51447CD00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7: Fuzzy Matching User Search Queries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2BDD9719-A266-C7AD-731C-A6CA71E623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Fuzzy Comparison: Users often supply typos or incomplete names (e.g. 'Ironman' or 'Avatar 1').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list_of_all_titles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Extracts all official titles as a reference list.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 err="1">
                <a:solidFill>
                  <a:srgbClr val="1A0E52"/>
                </a:solidFill>
                <a:latin typeface="Calibri"/>
              </a:rPr>
              <a:t>difflib.get_close_matches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: Performs sequence similarity ratio matches and returns sorted matches.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Top Match: Extracts index [0] from the match list as our target movie for recommendations.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46973A1D-E2BD-A9A8-E10D-562FC90387E4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D3F02746-C318-E357-6D59-036BFA6CAD06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92DD19BF-CD66-3D5A-CCB3-A51DDDF52540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1CC74FAA-D337-665F-8977-473B413F3F67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DF93EF35-680C-58D9-DFF4-F6638A5F24E3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983815A-A55F-F8D3-B13C-D7D707C88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748" y="1399978"/>
            <a:ext cx="3508389" cy="21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64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4E520BC4-3F53-24AB-847F-487DE877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7E188F86-8D8E-4313-2409-92F5D3428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</a:t>
            </a:r>
            <a:r>
              <a:rPr lang="en-IN" sz="2400" dirty="0"/>
              <a:t>8: Recommendation Retrieval &amp; Sorting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414D0C2E-B2DA-5165-ECCE-00C6A9C2DD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246424"/>
            <a:ext cx="3762053" cy="2969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Index Lookup: Obtains the specific index location of our resolved movie inside the 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DataFrame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Score Extraction: Retrieves the corresponding similarity row `similarity[index]`.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enumerate(): Pairs each similarity score with its corresponding target movie index: `(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movie_index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, 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similarity_score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)`.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sorted(): Sorts the list </a:t>
            </a:r>
            <a:r>
              <a:rPr lang="en-US" dirty="0" err="1">
                <a:solidFill>
                  <a:srgbClr val="1A0E52"/>
                </a:solidFill>
                <a:latin typeface="Calibri"/>
              </a:rPr>
              <a:t>descendingly</a:t>
            </a:r>
            <a:r>
              <a:rPr lang="en-US" dirty="0">
                <a:solidFill>
                  <a:srgbClr val="1A0E52"/>
                </a:solidFill>
                <a:latin typeface="Calibri"/>
              </a:rPr>
              <a:t> using score values to rank similar movies first.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D742DF8C-1C31-704D-66CF-CDC1F5A771F4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FB6FBF17-FFEC-8DEC-0ED0-DB45E564C815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826FDF5B-00A5-B3D5-96D7-4A22D4581D9B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7FBEE063-A25F-C9B8-3AF3-4B9819B5E927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07964A3B-76A6-FE82-74D5-B0B89B6F2E88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8A474D2-73C0-428D-46C6-140385ABD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261" y="1341282"/>
            <a:ext cx="3571178" cy="230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4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>
          <a:extLst>
            <a:ext uri="{FF2B5EF4-FFF2-40B4-BE49-F238E27FC236}">
              <a16:creationId xmlns:a16="http://schemas.microsoft.com/office/drawing/2014/main" id="{B3769569-7BA3-85C4-78E1-427199CC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73">
            <a:extLst>
              <a:ext uri="{FF2B5EF4-FFF2-40B4-BE49-F238E27FC236}">
                <a16:creationId xmlns:a16="http://schemas.microsoft.com/office/drawing/2014/main" id="{7831D315-46EE-450E-C334-105F9A91E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677" y="254504"/>
            <a:ext cx="4133385" cy="99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Step </a:t>
            </a:r>
            <a:r>
              <a:rPr lang="en-IN" sz="2400" dirty="0"/>
              <a:t>9: Outputting Recommendations</a:t>
            </a:r>
            <a:endParaRPr sz="2400" dirty="0"/>
          </a:p>
        </p:txBody>
      </p:sp>
      <p:sp>
        <p:nvSpPr>
          <p:cNvPr id="1981" name="Google Shape;1981;p73">
            <a:extLst>
              <a:ext uri="{FF2B5EF4-FFF2-40B4-BE49-F238E27FC236}">
                <a16:creationId xmlns:a16="http://schemas.microsoft.com/office/drawing/2014/main" id="{20FEACD9-144D-DE5E-B27C-210A7909FF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677" y="1399978"/>
            <a:ext cx="3762053" cy="2815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Title Translation: Looks up the text title for each index in the sorted suggestions list.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Self Filtering: Ignores the query movie itself (which will always have a similarity score of 1.0 and rank first).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dirty="0">
                <a:solidFill>
                  <a:srgbClr val="1A0E52"/>
                </a:solidFill>
                <a:latin typeface="Calibri"/>
              </a:rPr>
              <a:t>Cutoff: Displays the top 30 matched results as final outputs for the user's recommendations feed.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982" name="Google Shape;1982;p73">
            <a:extLst>
              <a:ext uri="{FF2B5EF4-FFF2-40B4-BE49-F238E27FC236}">
                <a16:creationId xmlns:a16="http://schemas.microsoft.com/office/drawing/2014/main" id="{ACD64474-0769-7D1E-2297-5519E351337C}"/>
              </a:ext>
            </a:extLst>
          </p:cNvPr>
          <p:cNvGrpSpPr/>
          <p:nvPr/>
        </p:nvGrpSpPr>
        <p:grpSpPr>
          <a:xfrm>
            <a:off x="4925417" y="1246423"/>
            <a:ext cx="3762053" cy="2969353"/>
            <a:chOff x="4810768" y="1598975"/>
            <a:chExt cx="3159000" cy="2493369"/>
          </a:xfrm>
        </p:grpSpPr>
        <p:grpSp>
          <p:nvGrpSpPr>
            <p:cNvPr id="1983" name="Google Shape;1983;p73">
              <a:extLst>
                <a:ext uri="{FF2B5EF4-FFF2-40B4-BE49-F238E27FC236}">
                  <a16:creationId xmlns:a16="http://schemas.microsoft.com/office/drawing/2014/main" id="{57E0C15F-7696-00ED-DD38-0CB814B45DD0}"/>
                </a:ext>
              </a:extLst>
            </p:cNvPr>
            <p:cNvGrpSpPr/>
            <p:nvPr/>
          </p:nvGrpSpPr>
          <p:grpSpPr>
            <a:xfrm>
              <a:off x="5759425" y="3653521"/>
              <a:ext cx="1248300" cy="438823"/>
              <a:chOff x="5759425" y="3653521"/>
              <a:chExt cx="1248300" cy="438823"/>
            </a:xfrm>
          </p:grpSpPr>
          <p:sp>
            <p:nvSpPr>
              <p:cNvPr id="1984" name="Google Shape;1984;p73">
                <a:extLst>
                  <a:ext uri="{FF2B5EF4-FFF2-40B4-BE49-F238E27FC236}">
                    <a16:creationId xmlns:a16="http://schemas.microsoft.com/office/drawing/2014/main" id="{F717A4F5-18FE-5801-1AB8-4858C03A3BDC}"/>
                  </a:ext>
                </a:extLst>
              </p:cNvPr>
              <p:cNvSpPr/>
              <p:nvPr/>
            </p:nvSpPr>
            <p:spPr>
              <a:xfrm>
                <a:off x="6202475" y="3653521"/>
                <a:ext cx="363401" cy="397529"/>
              </a:xfrm>
              <a:custGeom>
                <a:avLst/>
                <a:gdLst/>
                <a:ahLst/>
                <a:cxnLst/>
                <a:rect l="l" t="t" r="r" b="b"/>
                <a:pathLst>
                  <a:path w="24604" h="20062" extrusionOk="0">
                    <a:moveTo>
                      <a:pt x="1335" y="0"/>
                    </a:moveTo>
                    <a:lnTo>
                      <a:pt x="0" y="20061"/>
                    </a:lnTo>
                    <a:lnTo>
                      <a:pt x="24603" y="20061"/>
                    </a:lnTo>
                    <a:lnTo>
                      <a:pt x="232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73">
                <a:extLst>
                  <a:ext uri="{FF2B5EF4-FFF2-40B4-BE49-F238E27FC236}">
                    <a16:creationId xmlns:a16="http://schemas.microsoft.com/office/drawing/2014/main" id="{8601DD11-DC54-7F13-59BD-C7FBD7D52EDE}"/>
                  </a:ext>
                </a:extLst>
              </p:cNvPr>
              <p:cNvSpPr/>
              <p:nvPr/>
            </p:nvSpPr>
            <p:spPr>
              <a:xfrm>
                <a:off x="5759425" y="3999944"/>
                <a:ext cx="1248300" cy="92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6" name="Google Shape;1986;p73">
              <a:extLst>
                <a:ext uri="{FF2B5EF4-FFF2-40B4-BE49-F238E27FC236}">
                  <a16:creationId xmlns:a16="http://schemas.microsoft.com/office/drawing/2014/main" id="{FB60D50F-C863-FAE4-1ED3-E98E887ADACC}"/>
                </a:ext>
              </a:extLst>
            </p:cNvPr>
            <p:cNvSpPr/>
            <p:nvPr/>
          </p:nvSpPr>
          <p:spPr>
            <a:xfrm>
              <a:off x="4810768" y="1598975"/>
              <a:ext cx="3159000" cy="2079600"/>
            </a:xfrm>
            <a:prstGeom prst="roundRect">
              <a:avLst>
                <a:gd name="adj" fmla="val 674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988471-CB71-1F06-4E69-6BFB8890C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237" y="1399979"/>
            <a:ext cx="3509202" cy="215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3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5675" t="56949" b="-2665"/>
          <a:stretch/>
        </p:blipFill>
        <p:spPr>
          <a:xfrm>
            <a:off x="-95250" y="-95250"/>
            <a:ext cx="9410698" cy="4457701"/>
          </a:xfrm>
          <a:prstGeom prst="rect">
            <a:avLst/>
          </a:prstGeom>
        </p:spPr>
      </p:pic>
      <p:sp>
        <p:nvSpPr>
          <p:cNvPr id="1456" name="Google Shape;1456;p51"/>
          <p:cNvSpPr/>
          <p:nvPr/>
        </p:nvSpPr>
        <p:spPr>
          <a:xfrm rot="10800000">
            <a:off x="-545036" y="3862035"/>
            <a:ext cx="10070037" cy="1288015"/>
          </a:xfrm>
          <a:custGeom>
            <a:avLst/>
            <a:gdLst/>
            <a:ahLst/>
            <a:cxnLst/>
            <a:rect l="l" t="t" r="r" b="b"/>
            <a:pathLst>
              <a:path w="302086" h="28215" extrusionOk="0">
                <a:moveTo>
                  <a:pt x="262" y="1"/>
                </a:moveTo>
                <a:cubicBezTo>
                  <a:pt x="667" y="370"/>
                  <a:pt x="1632" y="489"/>
                  <a:pt x="1632" y="1048"/>
                </a:cubicBezTo>
                <a:cubicBezTo>
                  <a:pt x="1632" y="1727"/>
                  <a:pt x="96" y="1727"/>
                  <a:pt x="96" y="2430"/>
                </a:cubicBezTo>
                <a:cubicBezTo>
                  <a:pt x="96" y="3132"/>
                  <a:pt x="1632" y="3108"/>
                  <a:pt x="1632" y="3811"/>
                </a:cubicBezTo>
                <a:cubicBezTo>
                  <a:pt x="1632" y="4501"/>
                  <a:pt x="96" y="4501"/>
                  <a:pt x="96" y="5204"/>
                </a:cubicBezTo>
                <a:cubicBezTo>
                  <a:pt x="96" y="5882"/>
                  <a:pt x="1632" y="5882"/>
                  <a:pt x="1632" y="6585"/>
                </a:cubicBezTo>
                <a:cubicBezTo>
                  <a:pt x="1632" y="7263"/>
                  <a:pt x="96" y="7263"/>
                  <a:pt x="96" y="7966"/>
                </a:cubicBezTo>
                <a:cubicBezTo>
                  <a:pt x="96" y="8656"/>
                  <a:pt x="1632" y="8656"/>
                  <a:pt x="1632" y="9347"/>
                </a:cubicBezTo>
                <a:cubicBezTo>
                  <a:pt x="1632" y="10038"/>
                  <a:pt x="96" y="10038"/>
                  <a:pt x="96" y="10740"/>
                </a:cubicBezTo>
                <a:cubicBezTo>
                  <a:pt x="96" y="11419"/>
                  <a:pt x="1632" y="11419"/>
                  <a:pt x="1632" y="12121"/>
                </a:cubicBezTo>
                <a:cubicBezTo>
                  <a:pt x="1632" y="12800"/>
                  <a:pt x="96" y="12800"/>
                  <a:pt x="96" y="13502"/>
                </a:cubicBezTo>
                <a:cubicBezTo>
                  <a:pt x="96" y="14193"/>
                  <a:pt x="1632" y="14193"/>
                  <a:pt x="1632" y="14883"/>
                </a:cubicBezTo>
                <a:cubicBezTo>
                  <a:pt x="1632" y="15574"/>
                  <a:pt x="96" y="15574"/>
                  <a:pt x="96" y="16276"/>
                </a:cubicBezTo>
                <a:cubicBezTo>
                  <a:pt x="96" y="16955"/>
                  <a:pt x="1632" y="16955"/>
                  <a:pt x="1632" y="17658"/>
                </a:cubicBezTo>
                <a:cubicBezTo>
                  <a:pt x="1632" y="18336"/>
                  <a:pt x="96" y="18336"/>
                  <a:pt x="96" y="19039"/>
                </a:cubicBezTo>
                <a:cubicBezTo>
                  <a:pt x="96" y="19717"/>
                  <a:pt x="1632" y="19717"/>
                  <a:pt x="1632" y="20420"/>
                </a:cubicBezTo>
                <a:cubicBezTo>
                  <a:pt x="1632" y="21110"/>
                  <a:pt x="96" y="21110"/>
                  <a:pt x="96" y="21801"/>
                </a:cubicBezTo>
                <a:cubicBezTo>
                  <a:pt x="96" y="22492"/>
                  <a:pt x="1632" y="22492"/>
                  <a:pt x="1632" y="23194"/>
                </a:cubicBezTo>
                <a:cubicBezTo>
                  <a:pt x="1632" y="23873"/>
                  <a:pt x="96" y="23873"/>
                  <a:pt x="96" y="24575"/>
                </a:cubicBezTo>
                <a:cubicBezTo>
                  <a:pt x="96" y="25278"/>
                  <a:pt x="1632" y="25254"/>
                  <a:pt x="1632" y="25956"/>
                </a:cubicBezTo>
                <a:cubicBezTo>
                  <a:pt x="1632" y="26647"/>
                  <a:pt x="1" y="27897"/>
                  <a:pt x="667" y="28087"/>
                </a:cubicBezTo>
                <a:cubicBezTo>
                  <a:pt x="988" y="28176"/>
                  <a:pt x="1271" y="28215"/>
                  <a:pt x="1527" y="28215"/>
                </a:cubicBezTo>
                <a:cubicBezTo>
                  <a:pt x="3191" y="28215"/>
                  <a:pt x="3703" y="26587"/>
                  <a:pt x="5870" y="26587"/>
                </a:cubicBezTo>
                <a:cubicBezTo>
                  <a:pt x="8371" y="26587"/>
                  <a:pt x="8371" y="28123"/>
                  <a:pt x="10871" y="28123"/>
                </a:cubicBezTo>
                <a:cubicBezTo>
                  <a:pt x="13371" y="28123"/>
                  <a:pt x="13371" y="26587"/>
                  <a:pt x="15872" y="26587"/>
                </a:cubicBezTo>
                <a:cubicBezTo>
                  <a:pt x="18372" y="26587"/>
                  <a:pt x="18372" y="28123"/>
                  <a:pt x="20872" y="28123"/>
                </a:cubicBezTo>
                <a:cubicBezTo>
                  <a:pt x="23373" y="28123"/>
                  <a:pt x="23373" y="26587"/>
                  <a:pt x="25873" y="26587"/>
                </a:cubicBezTo>
                <a:cubicBezTo>
                  <a:pt x="28373" y="26587"/>
                  <a:pt x="28373" y="28123"/>
                  <a:pt x="30873" y="28123"/>
                </a:cubicBezTo>
                <a:cubicBezTo>
                  <a:pt x="33374" y="28123"/>
                  <a:pt x="33374" y="26587"/>
                  <a:pt x="35874" y="26587"/>
                </a:cubicBezTo>
                <a:cubicBezTo>
                  <a:pt x="38374" y="26587"/>
                  <a:pt x="38374" y="28123"/>
                  <a:pt x="40875" y="28123"/>
                </a:cubicBezTo>
                <a:cubicBezTo>
                  <a:pt x="43375" y="28123"/>
                  <a:pt x="43375" y="26587"/>
                  <a:pt x="45875" y="26587"/>
                </a:cubicBezTo>
                <a:cubicBezTo>
                  <a:pt x="48376" y="26587"/>
                  <a:pt x="48376" y="28123"/>
                  <a:pt x="50876" y="28123"/>
                </a:cubicBezTo>
                <a:cubicBezTo>
                  <a:pt x="53376" y="28123"/>
                  <a:pt x="53376" y="26587"/>
                  <a:pt x="55877" y="26587"/>
                </a:cubicBezTo>
                <a:cubicBezTo>
                  <a:pt x="58377" y="26587"/>
                  <a:pt x="58377" y="28123"/>
                  <a:pt x="60877" y="28123"/>
                </a:cubicBezTo>
                <a:cubicBezTo>
                  <a:pt x="63378" y="28123"/>
                  <a:pt x="63378" y="26587"/>
                  <a:pt x="65878" y="26587"/>
                </a:cubicBezTo>
                <a:cubicBezTo>
                  <a:pt x="68378" y="26587"/>
                  <a:pt x="68378" y="28123"/>
                  <a:pt x="70878" y="28123"/>
                </a:cubicBezTo>
                <a:cubicBezTo>
                  <a:pt x="73379" y="28123"/>
                  <a:pt x="73379" y="26587"/>
                  <a:pt x="75879" y="26587"/>
                </a:cubicBezTo>
                <a:cubicBezTo>
                  <a:pt x="78379" y="26587"/>
                  <a:pt x="78379" y="28123"/>
                  <a:pt x="80880" y="28123"/>
                </a:cubicBezTo>
                <a:cubicBezTo>
                  <a:pt x="83380" y="28123"/>
                  <a:pt x="83380" y="26587"/>
                  <a:pt x="85880" y="26587"/>
                </a:cubicBezTo>
                <a:cubicBezTo>
                  <a:pt x="88381" y="26587"/>
                  <a:pt x="88381" y="28123"/>
                  <a:pt x="90881" y="28123"/>
                </a:cubicBezTo>
                <a:cubicBezTo>
                  <a:pt x="93381" y="28123"/>
                  <a:pt x="93381" y="26587"/>
                  <a:pt x="95882" y="26587"/>
                </a:cubicBezTo>
                <a:cubicBezTo>
                  <a:pt x="98382" y="26587"/>
                  <a:pt x="98382" y="28123"/>
                  <a:pt x="100882" y="28123"/>
                </a:cubicBezTo>
                <a:cubicBezTo>
                  <a:pt x="103383" y="28123"/>
                  <a:pt x="103383" y="26587"/>
                  <a:pt x="105883" y="26587"/>
                </a:cubicBezTo>
                <a:cubicBezTo>
                  <a:pt x="108383" y="26587"/>
                  <a:pt x="108383" y="28123"/>
                  <a:pt x="110883" y="28123"/>
                </a:cubicBezTo>
                <a:cubicBezTo>
                  <a:pt x="113384" y="28123"/>
                  <a:pt x="113384" y="26587"/>
                  <a:pt x="115884" y="26587"/>
                </a:cubicBezTo>
                <a:cubicBezTo>
                  <a:pt x="118384" y="26587"/>
                  <a:pt x="118384" y="28123"/>
                  <a:pt x="120885" y="28123"/>
                </a:cubicBezTo>
                <a:cubicBezTo>
                  <a:pt x="123385" y="28123"/>
                  <a:pt x="123385" y="26587"/>
                  <a:pt x="125885" y="26587"/>
                </a:cubicBezTo>
                <a:cubicBezTo>
                  <a:pt x="128386" y="26587"/>
                  <a:pt x="128386" y="28123"/>
                  <a:pt x="130886" y="28123"/>
                </a:cubicBezTo>
                <a:cubicBezTo>
                  <a:pt x="133386" y="28123"/>
                  <a:pt x="133386" y="26587"/>
                  <a:pt x="135887" y="26587"/>
                </a:cubicBezTo>
                <a:cubicBezTo>
                  <a:pt x="138387" y="26587"/>
                  <a:pt x="138387" y="28123"/>
                  <a:pt x="140887" y="28123"/>
                </a:cubicBezTo>
                <a:cubicBezTo>
                  <a:pt x="143388" y="28123"/>
                  <a:pt x="143388" y="26587"/>
                  <a:pt x="145888" y="26587"/>
                </a:cubicBezTo>
                <a:cubicBezTo>
                  <a:pt x="148388" y="26587"/>
                  <a:pt x="148388" y="28123"/>
                  <a:pt x="150888" y="28123"/>
                </a:cubicBezTo>
                <a:cubicBezTo>
                  <a:pt x="153389" y="28123"/>
                  <a:pt x="153389" y="26587"/>
                  <a:pt x="155889" y="26587"/>
                </a:cubicBezTo>
                <a:cubicBezTo>
                  <a:pt x="158389" y="26587"/>
                  <a:pt x="158389" y="28123"/>
                  <a:pt x="160890" y="28123"/>
                </a:cubicBezTo>
                <a:cubicBezTo>
                  <a:pt x="163390" y="28123"/>
                  <a:pt x="163390" y="26587"/>
                  <a:pt x="165890" y="26587"/>
                </a:cubicBezTo>
                <a:cubicBezTo>
                  <a:pt x="168391" y="26587"/>
                  <a:pt x="168391" y="28123"/>
                  <a:pt x="170891" y="28123"/>
                </a:cubicBezTo>
                <a:cubicBezTo>
                  <a:pt x="173391" y="28123"/>
                  <a:pt x="173391" y="26587"/>
                  <a:pt x="175892" y="26587"/>
                </a:cubicBezTo>
                <a:cubicBezTo>
                  <a:pt x="178392" y="26587"/>
                  <a:pt x="178392" y="28123"/>
                  <a:pt x="180892" y="28123"/>
                </a:cubicBezTo>
                <a:cubicBezTo>
                  <a:pt x="183393" y="28123"/>
                  <a:pt x="183393" y="26587"/>
                  <a:pt x="185893" y="26587"/>
                </a:cubicBezTo>
                <a:cubicBezTo>
                  <a:pt x="188393" y="26587"/>
                  <a:pt x="188393" y="28123"/>
                  <a:pt x="190893" y="28123"/>
                </a:cubicBezTo>
                <a:cubicBezTo>
                  <a:pt x="193394" y="28123"/>
                  <a:pt x="193394" y="26587"/>
                  <a:pt x="195894" y="26587"/>
                </a:cubicBezTo>
                <a:cubicBezTo>
                  <a:pt x="198394" y="26587"/>
                  <a:pt x="198394" y="28123"/>
                  <a:pt x="200895" y="28123"/>
                </a:cubicBezTo>
                <a:cubicBezTo>
                  <a:pt x="203395" y="28123"/>
                  <a:pt x="203395" y="26587"/>
                  <a:pt x="205895" y="26587"/>
                </a:cubicBezTo>
                <a:cubicBezTo>
                  <a:pt x="208396" y="26587"/>
                  <a:pt x="208396" y="28123"/>
                  <a:pt x="210896" y="28123"/>
                </a:cubicBezTo>
                <a:cubicBezTo>
                  <a:pt x="213396" y="28123"/>
                  <a:pt x="213396" y="26587"/>
                  <a:pt x="215897" y="26587"/>
                </a:cubicBezTo>
                <a:cubicBezTo>
                  <a:pt x="218397" y="26587"/>
                  <a:pt x="218397" y="28123"/>
                  <a:pt x="220897" y="28123"/>
                </a:cubicBezTo>
                <a:cubicBezTo>
                  <a:pt x="223398" y="28123"/>
                  <a:pt x="223398" y="26587"/>
                  <a:pt x="225898" y="26587"/>
                </a:cubicBezTo>
                <a:cubicBezTo>
                  <a:pt x="228398" y="26587"/>
                  <a:pt x="228398" y="28123"/>
                  <a:pt x="230898" y="28123"/>
                </a:cubicBezTo>
                <a:cubicBezTo>
                  <a:pt x="233399" y="28123"/>
                  <a:pt x="233399" y="26587"/>
                  <a:pt x="235899" y="26587"/>
                </a:cubicBezTo>
                <a:cubicBezTo>
                  <a:pt x="238399" y="26587"/>
                  <a:pt x="238399" y="28123"/>
                  <a:pt x="240900" y="28123"/>
                </a:cubicBezTo>
                <a:cubicBezTo>
                  <a:pt x="243400" y="28123"/>
                  <a:pt x="243400" y="26587"/>
                  <a:pt x="245900" y="26587"/>
                </a:cubicBezTo>
                <a:cubicBezTo>
                  <a:pt x="248401" y="26587"/>
                  <a:pt x="248401" y="28123"/>
                  <a:pt x="250901" y="28123"/>
                </a:cubicBezTo>
                <a:cubicBezTo>
                  <a:pt x="253401" y="28123"/>
                  <a:pt x="253401" y="26587"/>
                  <a:pt x="255902" y="26587"/>
                </a:cubicBezTo>
                <a:cubicBezTo>
                  <a:pt x="258402" y="26587"/>
                  <a:pt x="258402" y="28123"/>
                  <a:pt x="260902" y="28123"/>
                </a:cubicBezTo>
                <a:cubicBezTo>
                  <a:pt x="263403" y="28123"/>
                  <a:pt x="263403" y="26587"/>
                  <a:pt x="265903" y="26587"/>
                </a:cubicBezTo>
                <a:cubicBezTo>
                  <a:pt x="268403" y="26587"/>
                  <a:pt x="268403" y="28123"/>
                  <a:pt x="270903" y="28123"/>
                </a:cubicBezTo>
                <a:cubicBezTo>
                  <a:pt x="273404" y="28123"/>
                  <a:pt x="273404" y="26587"/>
                  <a:pt x="275904" y="26587"/>
                </a:cubicBezTo>
                <a:cubicBezTo>
                  <a:pt x="278404" y="26587"/>
                  <a:pt x="278404" y="28123"/>
                  <a:pt x="280905" y="28123"/>
                </a:cubicBezTo>
                <a:cubicBezTo>
                  <a:pt x="283405" y="28123"/>
                  <a:pt x="283405" y="26587"/>
                  <a:pt x="285905" y="26587"/>
                </a:cubicBezTo>
                <a:cubicBezTo>
                  <a:pt x="288406" y="26587"/>
                  <a:pt x="288406" y="28123"/>
                  <a:pt x="290906" y="28123"/>
                </a:cubicBezTo>
                <a:cubicBezTo>
                  <a:pt x="293406" y="28123"/>
                  <a:pt x="293406" y="26587"/>
                  <a:pt x="295907" y="26587"/>
                </a:cubicBezTo>
                <a:cubicBezTo>
                  <a:pt x="298074" y="26587"/>
                  <a:pt x="298586" y="28215"/>
                  <a:pt x="300258" y="28215"/>
                </a:cubicBezTo>
                <a:cubicBezTo>
                  <a:pt x="300515" y="28215"/>
                  <a:pt x="300799" y="28176"/>
                  <a:pt x="301122" y="28087"/>
                </a:cubicBezTo>
                <a:cubicBezTo>
                  <a:pt x="301788" y="27909"/>
                  <a:pt x="300467" y="27266"/>
                  <a:pt x="300169" y="26147"/>
                </a:cubicBezTo>
                <a:cubicBezTo>
                  <a:pt x="299990" y="25480"/>
                  <a:pt x="301669" y="25254"/>
                  <a:pt x="301669" y="24575"/>
                </a:cubicBezTo>
                <a:cubicBezTo>
                  <a:pt x="301669" y="23885"/>
                  <a:pt x="300133" y="23885"/>
                  <a:pt x="300133" y="23194"/>
                </a:cubicBezTo>
                <a:cubicBezTo>
                  <a:pt x="300133" y="22503"/>
                  <a:pt x="301669" y="22503"/>
                  <a:pt x="301669" y="21801"/>
                </a:cubicBezTo>
                <a:cubicBezTo>
                  <a:pt x="301669" y="21110"/>
                  <a:pt x="300133" y="21122"/>
                  <a:pt x="300133" y="20420"/>
                </a:cubicBezTo>
                <a:cubicBezTo>
                  <a:pt x="300133" y="19741"/>
                  <a:pt x="301669" y="19741"/>
                  <a:pt x="301669" y="19039"/>
                </a:cubicBezTo>
                <a:cubicBezTo>
                  <a:pt x="301669" y="18360"/>
                  <a:pt x="300133" y="18360"/>
                  <a:pt x="300133" y="17658"/>
                </a:cubicBezTo>
                <a:cubicBezTo>
                  <a:pt x="300133" y="16967"/>
                  <a:pt x="301669" y="16967"/>
                  <a:pt x="301669" y="16276"/>
                </a:cubicBezTo>
                <a:cubicBezTo>
                  <a:pt x="301669" y="15586"/>
                  <a:pt x="300133" y="15586"/>
                  <a:pt x="300133" y="14883"/>
                </a:cubicBezTo>
                <a:cubicBezTo>
                  <a:pt x="300133" y="14205"/>
                  <a:pt x="301669" y="14205"/>
                  <a:pt x="301669" y="13502"/>
                </a:cubicBezTo>
                <a:cubicBezTo>
                  <a:pt x="301669" y="12824"/>
                  <a:pt x="300133" y="12824"/>
                  <a:pt x="300133" y="12121"/>
                </a:cubicBezTo>
                <a:cubicBezTo>
                  <a:pt x="300133" y="11431"/>
                  <a:pt x="301669" y="11431"/>
                  <a:pt x="301669" y="10740"/>
                </a:cubicBezTo>
                <a:cubicBezTo>
                  <a:pt x="301669" y="10049"/>
                  <a:pt x="300133" y="10049"/>
                  <a:pt x="300133" y="9347"/>
                </a:cubicBezTo>
                <a:cubicBezTo>
                  <a:pt x="300133" y="8668"/>
                  <a:pt x="301669" y="8668"/>
                  <a:pt x="301669" y="7966"/>
                </a:cubicBezTo>
                <a:cubicBezTo>
                  <a:pt x="301669" y="7287"/>
                  <a:pt x="300133" y="7287"/>
                  <a:pt x="300133" y="6585"/>
                </a:cubicBezTo>
                <a:cubicBezTo>
                  <a:pt x="300133" y="5894"/>
                  <a:pt x="301669" y="5894"/>
                  <a:pt x="301669" y="5204"/>
                </a:cubicBezTo>
                <a:cubicBezTo>
                  <a:pt x="301669" y="4513"/>
                  <a:pt x="300133" y="4513"/>
                  <a:pt x="300133" y="3811"/>
                </a:cubicBezTo>
                <a:cubicBezTo>
                  <a:pt x="300550" y="3096"/>
                  <a:pt x="302086" y="3096"/>
                  <a:pt x="302086" y="2418"/>
                </a:cubicBezTo>
                <a:cubicBezTo>
                  <a:pt x="302086" y="1727"/>
                  <a:pt x="300550" y="1727"/>
                  <a:pt x="300550" y="1025"/>
                </a:cubicBezTo>
                <a:cubicBezTo>
                  <a:pt x="300550" y="477"/>
                  <a:pt x="301526" y="358"/>
                  <a:pt x="3019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51"/>
          <p:cNvSpPr txBox="1">
            <a:spLocks noGrp="1"/>
          </p:cNvSpPr>
          <p:nvPr>
            <p:ph type="title"/>
          </p:nvPr>
        </p:nvSpPr>
        <p:spPr>
          <a:xfrm>
            <a:off x="720000" y="4041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Now Live Demonstration</a:t>
            </a:r>
            <a:endParaRPr dirty="0"/>
          </a:p>
        </p:txBody>
      </p:sp>
      <p:grpSp>
        <p:nvGrpSpPr>
          <p:cNvPr id="1458" name="Google Shape;1458;p51"/>
          <p:cNvGrpSpPr/>
          <p:nvPr/>
        </p:nvGrpSpPr>
        <p:grpSpPr>
          <a:xfrm rot="-694555">
            <a:off x="8094089" y="3617664"/>
            <a:ext cx="1265523" cy="1776736"/>
            <a:chOff x="7344817" y="2577565"/>
            <a:chExt cx="1702062" cy="2389616"/>
          </a:xfrm>
        </p:grpSpPr>
        <p:sp>
          <p:nvSpPr>
            <p:cNvPr id="1459" name="Google Shape;1459;p51"/>
            <p:cNvSpPr/>
            <p:nvPr/>
          </p:nvSpPr>
          <p:spPr>
            <a:xfrm>
              <a:off x="7344817" y="2577565"/>
              <a:ext cx="1702062" cy="2389616"/>
            </a:xfrm>
            <a:custGeom>
              <a:avLst/>
              <a:gdLst/>
              <a:ahLst/>
              <a:cxnLst/>
              <a:rect l="l" t="t" r="r" b="b"/>
              <a:pathLst>
                <a:path w="26909" h="37779" extrusionOk="0">
                  <a:moveTo>
                    <a:pt x="8287" y="1"/>
                  </a:moveTo>
                  <a:cubicBezTo>
                    <a:pt x="8049" y="1"/>
                    <a:pt x="7811" y="24"/>
                    <a:pt x="7584" y="84"/>
                  </a:cubicBezTo>
                  <a:cubicBezTo>
                    <a:pt x="6489" y="334"/>
                    <a:pt x="5572" y="1167"/>
                    <a:pt x="5215" y="2251"/>
                  </a:cubicBezTo>
                  <a:cubicBezTo>
                    <a:pt x="5203" y="2310"/>
                    <a:pt x="5191" y="2358"/>
                    <a:pt x="5179" y="2417"/>
                  </a:cubicBezTo>
                  <a:cubicBezTo>
                    <a:pt x="5037" y="2537"/>
                    <a:pt x="4917" y="2656"/>
                    <a:pt x="4798" y="2787"/>
                  </a:cubicBezTo>
                  <a:cubicBezTo>
                    <a:pt x="4715" y="2894"/>
                    <a:pt x="4620" y="3013"/>
                    <a:pt x="4548" y="3132"/>
                  </a:cubicBezTo>
                  <a:cubicBezTo>
                    <a:pt x="4108" y="3334"/>
                    <a:pt x="3727" y="3656"/>
                    <a:pt x="3441" y="4037"/>
                  </a:cubicBezTo>
                  <a:cubicBezTo>
                    <a:pt x="2548" y="4442"/>
                    <a:pt x="1905" y="5215"/>
                    <a:pt x="1691" y="6120"/>
                  </a:cubicBezTo>
                  <a:lnTo>
                    <a:pt x="1643" y="6347"/>
                  </a:lnTo>
                  <a:cubicBezTo>
                    <a:pt x="1465" y="6608"/>
                    <a:pt x="1357" y="6930"/>
                    <a:pt x="1346" y="7251"/>
                  </a:cubicBezTo>
                  <a:lnTo>
                    <a:pt x="24" y="31528"/>
                  </a:lnTo>
                  <a:cubicBezTo>
                    <a:pt x="0" y="32290"/>
                    <a:pt x="429" y="32981"/>
                    <a:pt x="1131" y="33278"/>
                  </a:cubicBezTo>
                  <a:lnTo>
                    <a:pt x="11430" y="37624"/>
                  </a:lnTo>
                  <a:cubicBezTo>
                    <a:pt x="11644" y="37731"/>
                    <a:pt x="11883" y="37779"/>
                    <a:pt x="12121" y="37779"/>
                  </a:cubicBezTo>
                  <a:cubicBezTo>
                    <a:pt x="12406" y="37779"/>
                    <a:pt x="12668" y="37719"/>
                    <a:pt x="12954" y="37553"/>
                  </a:cubicBezTo>
                  <a:lnTo>
                    <a:pt x="18479" y="34802"/>
                  </a:lnTo>
                  <a:cubicBezTo>
                    <a:pt x="18919" y="34576"/>
                    <a:pt x="19253" y="34183"/>
                    <a:pt x="19407" y="33707"/>
                  </a:cubicBezTo>
                  <a:lnTo>
                    <a:pt x="26230" y="11264"/>
                  </a:lnTo>
                  <a:cubicBezTo>
                    <a:pt x="26337" y="10942"/>
                    <a:pt x="26337" y="10609"/>
                    <a:pt x="26265" y="10299"/>
                  </a:cubicBezTo>
                  <a:cubicBezTo>
                    <a:pt x="26908" y="9275"/>
                    <a:pt x="26908" y="8013"/>
                    <a:pt x="26265" y="6978"/>
                  </a:cubicBezTo>
                  <a:cubicBezTo>
                    <a:pt x="25670" y="6049"/>
                    <a:pt x="24610" y="5465"/>
                    <a:pt x="23479" y="5465"/>
                  </a:cubicBezTo>
                  <a:lnTo>
                    <a:pt x="23277" y="5465"/>
                  </a:lnTo>
                  <a:lnTo>
                    <a:pt x="23182" y="5418"/>
                  </a:lnTo>
                  <a:cubicBezTo>
                    <a:pt x="22896" y="4834"/>
                    <a:pt x="22420" y="4346"/>
                    <a:pt x="21848" y="4037"/>
                  </a:cubicBezTo>
                  <a:cubicBezTo>
                    <a:pt x="21324" y="2989"/>
                    <a:pt x="20360" y="2263"/>
                    <a:pt x="19253" y="2096"/>
                  </a:cubicBezTo>
                  <a:cubicBezTo>
                    <a:pt x="19086" y="2084"/>
                    <a:pt x="18931" y="2072"/>
                    <a:pt x="18764" y="2072"/>
                  </a:cubicBezTo>
                  <a:cubicBezTo>
                    <a:pt x="18526" y="2072"/>
                    <a:pt x="18288" y="2096"/>
                    <a:pt x="18050" y="2144"/>
                  </a:cubicBezTo>
                  <a:cubicBezTo>
                    <a:pt x="17633" y="1882"/>
                    <a:pt x="17181" y="1715"/>
                    <a:pt x="16705" y="1644"/>
                  </a:cubicBezTo>
                  <a:cubicBezTo>
                    <a:pt x="16550" y="1620"/>
                    <a:pt x="16383" y="1608"/>
                    <a:pt x="16216" y="1608"/>
                  </a:cubicBezTo>
                  <a:cubicBezTo>
                    <a:pt x="15931" y="1608"/>
                    <a:pt x="15669" y="1655"/>
                    <a:pt x="15419" y="1715"/>
                  </a:cubicBezTo>
                  <a:cubicBezTo>
                    <a:pt x="15145" y="1560"/>
                    <a:pt x="14847" y="1441"/>
                    <a:pt x="14538" y="1370"/>
                  </a:cubicBezTo>
                  <a:cubicBezTo>
                    <a:pt x="13847" y="596"/>
                    <a:pt x="12883" y="155"/>
                    <a:pt x="11918" y="155"/>
                  </a:cubicBezTo>
                  <a:cubicBezTo>
                    <a:pt x="11787" y="155"/>
                    <a:pt x="11644" y="167"/>
                    <a:pt x="11514" y="179"/>
                  </a:cubicBezTo>
                  <a:cubicBezTo>
                    <a:pt x="11025" y="239"/>
                    <a:pt x="10573" y="405"/>
                    <a:pt x="10180" y="643"/>
                  </a:cubicBezTo>
                  <a:cubicBezTo>
                    <a:pt x="9644" y="227"/>
                    <a:pt x="8966" y="1"/>
                    <a:pt x="8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/>
            <p:cNvSpPr/>
            <p:nvPr/>
          </p:nvSpPr>
          <p:spPr>
            <a:xfrm>
              <a:off x="7461518" y="3043736"/>
              <a:ext cx="1431720" cy="1810540"/>
            </a:xfrm>
            <a:custGeom>
              <a:avLst/>
              <a:gdLst/>
              <a:ahLst/>
              <a:cxnLst/>
              <a:rect l="l" t="t" r="r" b="b"/>
              <a:pathLst>
                <a:path w="22635" h="28624" extrusionOk="0">
                  <a:moveTo>
                    <a:pt x="22634" y="3429"/>
                  </a:moveTo>
                  <a:lnTo>
                    <a:pt x="14689" y="5119"/>
                  </a:lnTo>
                  <a:lnTo>
                    <a:pt x="14689" y="5119"/>
                  </a:lnTo>
                  <a:lnTo>
                    <a:pt x="14693" y="5120"/>
                  </a:lnTo>
                  <a:lnTo>
                    <a:pt x="10302" y="28610"/>
                  </a:lnTo>
                  <a:lnTo>
                    <a:pt x="10302" y="28610"/>
                  </a:lnTo>
                  <a:lnTo>
                    <a:pt x="15800" y="25873"/>
                  </a:lnTo>
                  <a:lnTo>
                    <a:pt x="22634" y="3429"/>
                  </a:lnTo>
                  <a:close/>
                  <a:moveTo>
                    <a:pt x="1298" y="0"/>
                  </a:moveTo>
                  <a:lnTo>
                    <a:pt x="1" y="24277"/>
                  </a:lnTo>
                  <a:lnTo>
                    <a:pt x="10277" y="28614"/>
                  </a:lnTo>
                  <a:lnTo>
                    <a:pt x="10277" y="28614"/>
                  </a:lnTo>
                  <a:lnTo>
                    <a:pt x="14681" y="5120"/>
                  </a:lnTo>
                  <a:lnTo>
                    <a:pt x="14689" y="5119"/>
                  </a:lnTo>
                  <a:lnTo>
                    <a:pt x="14689" y="5119"/>
                  </a:lnTo>
                  <a:lnTo>
                    <a:pt x="1298" y="0"/>
                  </a:lnTo>
                  <a:close/>
                  <a:moveTo>
                    <a:pt x="10277" y="28614"/>
                  </a:moveTo>
                  <a:lnTo>
                    <a:pt x="10276" y="28623"/>
                  </a:lnTo>
                  <a:lnTo>
                    <a:pt x="10287" y="28618"/>
                  </a:lnTo>
                  <a:lnTo>
                    <a:pt x="10287" y="28618"/>
                  </a:lnTo>
                  <a:lnTo>
                    <a:pt x="10277" y="28614"/>
                  </a:lnTo>
                  <a:close/>
                  <a:moveTo>
                    <a:pt x="10302" y="28610"/>
                  </a:moveTo>
                  <a:lnTo>
                    <a:pt x="10287" y="28618"/>
                  </a:lnTo>
                  <a:lnTo>
                    <a:pt x="10287" y="28618"/>
                  </a:lnTo>
                  <a:lnTo>
                    <a:pt x="10300" y="28623"/>
                  </a:lnTo>
                  <a:lnTo>
                    <a:pt x="10302" y="286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/>
            <p:cNvSpPr/>
            <p:nvPr/>
          </p:nvSpPr>
          <p:spPr>
            <a:xfrm>
              <a:off x="7626481" y="2688510"/>
              <a:ext cx="1301420" cy="607983"/>
            </a:xfrm>
            <a:custGeom>
              <a:avLst/>
              <a:gdLst/>
              <a:ahLst/>
              <a:cxnLst/>
              <a:rect l="l" t="t" r="r" b="b"/>
              <a:pathLst>
                <a:path w="20575" h="9612" extrusionOk="0">
                  <a:moveTo>
                    <a:pt x="3792" y="0"/>
                  </a:moveTo>
                  <a:cubicBezTo>
                    <a:pt x="3393" y="0"/>
                    <a:pt x="3008" y="251"/>
                    <a:pt x="2858" y="628"/>
                  </a:cubicBezTo>
                  <a:cubicBezTo>
                    <a:pt x="2774" y="866"/>
                    <a:pt x="2762" y="1140"/>
                    <a:pt x="2846" y="1378"/>
                  </a:cubicBezTo>
                  <a:cubicBezTo>
                    <a:pt x="2850" y="1403"/>
                    <a:pt x="2870" y="1413"/>
                    <a:pt x="2893" y="1413"/>
                  </a:cubicBezTo>
                  <a:cubicBezTo>
                    <a:pt x="2936" y="1413"/>
                    <a:pt x="2988" y="1377"/>
                    <a:pt x="2965" y="1330"/>
                  </a:cubicBezTo>
                  <a:cubicBezTo>
                    <a:pt x="2834" y="961"/>
                    <a:pt x="2953" y="509"/>
                    <a:pt x="3274" y="294"/>
                  </a:cubicBezTo>
                  <a:cubicBezTo>
                    <a:pt x="3433" y="187"/>
                    <a:pt x="3613" y="133"/>
                    <a:pt x="3791" y="133"/>
                  </a:cubicBezTo>
                  <a:cubicBezTo>
                    <a:pt x="3988" y="133"/>
                    <a:pt x="4183" y="199"/>
                    <a:pt x="4346" y="330"/>
                  </a:cubicBezTo>
                  <a:cubicBezTo>
                    <a:pt x="4513" y="473"/>
                    <a:pt x="4620" y="663"/>
                    <a:pt x="4667" y="866"/>
                  </a:cubicBezTo>
                  <a:cubicBezTo>
                    <a:pt x="4672" y="904"/>
                    <a:pt x="4696" y="919"/>
                    <a:pt x="4722" y="919"/>
                  </a:cubicBezTo>
                  <a:cubicBezTo>
                    <a:pt x="4761" y="919"/>
                    <a:pt x="4805" y="885"/>
                    <a:pt x="4798" y="842"/>
                  </a:cubicBezTo>
                  <a:cubicBezTo>
                    <a:pt x="4727" y="413"/>
                    <a:pt x="4346" y="68"/>
                    <a:pt x="3917" y="9"/>
                  </a:cubicBezTo>
                  <a:cubicBezTo>
                    <a:pt x="3875" y="3"/>
                    <a:pt x="3834" y="0"/>
                    <a:pt x="3792" y="0"/>
                  </a:cubicBezTo>
                  <a:close/>
                  <a:moveTo>
                    <a:pt x="11834" y="1261"/>
                  </a:moveTo>
                  <a:cubicBezTo>
                    <a:pt x="11537" y="1261"/>
                    <a:pt x="11254" y="1472"/>
                    <a:pt x="11180" y="1759"/>
                  </a:cubicBezTo>
                  <a:cubicBezTo>
                    <a:pt x="11166" y="1823"/>
                    <a:pt x="11207" y="1862"/>
                    <a:pt x="11245" y="1862"/>
                  </a:cubicBezTo>
                  <a:cubicBezTo>
                    <a:pt x="11271" y="1862"/>
                    <a:pt x="11294" y="1845"/>
                    <a:pt x="11299" y="1806"/>
                  </a:cubicBezTo>
                  <a:cubicBezTo>
                    <a:pt x="11354" y="1577"/>
                    <a:pt x="11589" y="1397"/>
                    <a:pt x="11830" y="1397"/>
                  </a:cubicBezTo>
                  <a:cubicBezTo>
                    <a:pt x="11852" y="1397"/>
                    <a:pt x="11873" y="1399"/>
                    <a:pt x="11894" y="1402"/>
                  </a:cubicBezTo>
                  <a:cubicBezTo>
                    <a:pt x="12156" y="1449"/>
                    <a:pt x="12347" y="1735"/>
                    <a:pt x="12311" y="1985"/>
                  </a:cubicBezTo>
                  <a:cubicBezTo>
                    <a:pt x="12304" y="2035"/>
                    <a:pt x="12349" y="2068"/>
                    <a:pt x="12391" y="2068"/>
                  </a:cubicBezTo>
                  <a:cubicBezTo>
                    <a:pt x="12418" y="2068"/>
                    <a:pt x="12445" y="2054"/>
                    <a:pt x="12454" y="2021"/>
                  </a:cubicBezTo>
                  <a:cubicBezTo>
                    <a:pt x="12514" y="1687"/>
                    <a:pt x="12287" y="1330"/>
                    <a:pt x="11942" y="1271"/>
                  </a:cubicBezTo>
                  <a:cubicBezTo>
                    <a:pt x="11906" y="1264"/>
                    <a:pt x="11870" y="1261"/>
                    <a:pt x="11834" y="1261"/>
                  </a:cubicBezTo>
                  <a:close/>
                  <a:moveTo>
                    <a:pt x="7514" y="15"/>
                  </a:moveTo>
                  <a:cubicBezTo>
                    <a:pt x="7111" y="15"/>
                    <a:pt x="6715" y="192"/>
                    <a:pt x="6465" y="509"/>
                  </a:cubicBezTo>
                  <a:cubicBezTo>
                    <a:pt x="6275" y="771"/>
                    <a:pt x="6156" y="1068"/>
                    <a:pt x="6156" y="1390"/>
                  </a:cubicBezTo>
                  <a:cubicBezTo>
                    <a:pt x="6144" y="1437"/>
                    <a:pt x="6173" y="1461"/>
                    <a:pt x="6206" y="1461"/>
                  </a:cubicBezTo>
                  <a:cubicBezTo>
                    <a:pt x="6239" y="1461"/>
                    <a:pt x="6275" y="1437"/>
                    <a:pt x="6275" y="1390"/>
                  </a:cubicBezTo>
                  <a:cubicBezTo>
                    <a:pt x="6275" y="866"/>
                    <a:pt x="6620" y="378"/>
                    <a:pt x="7108" y="211"/>
                  </a:cubicBezTo>
                  <a:cubicBezTo>
                    <a:pt x="7234" y="172"/>
                    <a:pt x="7365" y="153"/>
                    <a:pt x="7495" y="153"/>
                  </a:cubicBezTo>
                  <a:cubicBezTo>
                    <a:pt x="7880" y="153"/>
                    <a:pt x="8258" y="322"/>
                    <a:pt x="8489" y="652"/>
                  </a:cubicBezTo>
                  <a:cubicBezTo>
                    <a:pt x="8656" y="890"/>
                    <a:pt x="8739" y="1164"/>
                    <a:pt x="8739" y="1449"/>
                  </a:cubicBezTo>
                  <a:cubicBezTo>
                    <a:pt x="8739" y="1490"/>
                    <a:pt x="8772" y="1519"/>
                    <a:pt x="8808" y="1519"/>
                  </a:cubicBezTo>
                  <a:cubicBezTo>
                    <a:pt x="8825" y="1519"/>
                    <a:pt x="8843" y="1512"/>
                    <a:pt x="8858" y="1497"/>
                  </a:cubicBezTo>
                  <a:cubicBezTo>
                    <a:pt x="8950" y="1398"/>
                    <a:pt x="9080" y="1341"/>
                    <a:pt x="9210" y="1341"/>
                  </a:cubicBezTo>
                  <a:cubicBezTo>
                    <a:pt x="9299" y="1341"/>
                    <a:pt x="9388" y="1367"/>
                    <a:pt x="9466" y="1425"/>
                  </a:cubicBezTo>
                  <a:cubicBezTo>
                    <a:pt x="9668" y="1533"/>
                    <a:pt x="9728" y="1795"/>
                    <a:pt x="9644" y="1997"/>
                  </a:cubicBezTo>
                  <a:cubicBezTo>
                    <a:pt x="9629" y="2042"/>
                    <a:pt x="9675" y="2077"/>
                    <a:pt x="9720" y="2077"/>
                  </a:cubicBezTo>
                  <a:cubicBezTo>
                    <a:pt x="9747" y="2077"/>
                    <a:pt x="9774" y="2064"/>
                    <a:pt x="9787" y="2033"/>
                  </a:cubicBezTo>
                  <a:cubicBezTo>
                    <a:pt x="9870" y="1759"/>
                    <a:pt x="9775" y="1449"/>
                    <a:pt x="9525" y="1306"/>
                  </a:cubicBezTo>
                  <a:cubicBezTo>
                    <a:pt x="9434" y="1244"/>
                    <a:pt x="9324" y="1215"/>
                    <a:pt x="9212" y="1215"/>
                  </a:cubicBezTo>
                  <a:cubicBezTo>
                    <a:pt x="9094" y="1215"/>
                    <a:pt x="8974" y="1247"/>
                    <a:pt x="8871" y="1309"/>
                  </a:cubicBezTo>
                  <a:lnTo>
                    <a:pt x="8871" y="1309"/>
                  </a:lnTo>
                  <a:cubicBezTo>
                    <a:pt x="8845" y="798"/>
                    <a:pt x="8505" y="312"/>
                    <a:pt x="8025" y="116"/>
                  </a:cubicBezTo>
                  <a:cubicBezTo>
                    <a:pt x="7861" y="48"/>
                    <a:pt x="7686" y="15"/>
                    <a:pt x="7514" y="15"/>
                  </a:cubicBezTo>
                  <a:close/>
                  <a:moveTo>
                    <a:pt x="6785" y="2844"/>
                  </a:moveTo>
                  <a:cubicBezTo>
                    <a:pt x="6496" y="2844"/>
                    <a:pt x="6207" y="3046"/>
                    <a:pt x="6144" y="3342"/>
                  </a:cubicBezTo>
                  <a:cubicBezTo>
                    <a:pt x="6121" y="3395"/>
                    <a:pt x="6160" y="3434"/>
                    <a:pt x="6202" y="3434"/>
                  </a:cubicBezTo>
                  <a:cubicBezTo>
                    <a:pt x="6225" y="3434"/>
                    <a:pt x="6250" y="3421"/>
                    <a:pt x="6263" y="3390"/>
                  </a:cubicBezTo>
                  <a:cubicBezTo>
                    <a:pt x="6316" y="3155"/>
                    <a:pt x="6532" y="2978"/>
                    <a:pt x="6773" y="2978"/>
                  </a:cubicBezTo>
                  <a:cubicBezTo>
                    <a:pt x="6801" y="2978"/>
                    <a:pt x="6830" y="2980"/>
                    <a:pt x="6858" y="2985"/>
                  </a:cubicBezTo>
                  <a:cubicBezTo>
                    <a:pt x="7108" y="3021"/>
                    <a:pt x="7311" y="3307"/>
                    <a:pt x="7275" y="3557"/>
                  </a:cubicBezTo>
                  <a:cubicBezTo>
                    <a:pt x="7261" y="3612"/>
                    <a:pt x="7304" y="3643"/>
                    <a:pt x="7344" y="3643"/>
                  </a:cubicBezTo>
                  <a:cubicBezTo>
                    <a:pt x="7373" y="3643"/>
                    <a:pt x="7401" y="3627"/>
                    <a:pt x="7406" y="3592"/>
                  </a:cubicBezTo>
                  <a:cubicBezTo>
                    <a:pt x="7465" y="3259"/>
                    <a:pt x="7239" y="2914"/>
                    <a:pt x="6894" y="2854"/>
                  </a:cubicBezTo>
                  <a:cubicBezTo>
                    <a:pt x="6858" y="2848"/>
                    <a:pt x="6821" y="2844"/>
                    <a:pt x="6785" y="2844"/>
                  </a:cubicBezTo>
                  <a:close/>
                  <a:moveTo>
                    <a:pt x="10646" y="3288"/>
                  </a:moveTo>
                  <a:cubicBezTo>
                    <a:pt x="10617" y="3288"/>
                    <a:pt x="10588" y="3290"/>
                    <a:pt x="10561" y="3295"/>
                  </a:cubicBezTo>
                  <a:cubicBezTo>
                    <a:pt x="10204" y="3354"/>
                    <a:pt x="9989" y="3700"/>
                    <a:pt x="9918" y="4021"/>
                  </a:cubicBezTo>
                  <a:cubicBezTo>
                    <a:pt x="9887" y="4099"/>
                    <a:pt x="9927" y="4141"/>
                    <a:pt x="9968" y="4141"/>
                  </a:cubicBezTo>
                  <a:cubicBezTo>
                    <a:pt x="9990" y="4141"/>
                    <a:pt x="10013" y="4129"/>
                    <a:pt x="10025" y="4104"/>
                  </a:cubicBezTo>
                  <a:cubicBezTo>
                    <a:pt x="10085" y="3831"/>
                    <a:pt x="10216" y="3545"/>
                    <a:pt x="10501" y="3473"/>
                  </a:cubicBezTo>
                  <a:cubicBezTo>
                    <a:pt x="10537" y="3466"/>
                    <a:pt x="10575" y="3462"/>
                    <a:pt x="10612" y="3462"/>
                  </a:cubicBezTo>
                  <a:cubicBezTo>
                    <a:pt x="10698" y="3462"/>
                    <a:pt x="10784" y="3483"/>
                    <a:pt x="10859" y="3533"/>
                  </a:cubicBezTo>
                  <a:cubicBezTo>
                    <a:pt x="10942" y="3604"/>
                    <a:pt x="10990" y="3723"/>
                    <a:pt x="10966" y="3831"/>
                  </a:cubicBezTo>
                  <a:cubicBezTo>
                    <a:pt x="10952" y="3886"/>
                    <a:pt x="10986" y="3917"/>
                    <a:pt x="11025" y="3917"/>
                  </a:cubicBezTo>
                  <a:cubicBezTo>
                    <a:pt x="11052" y="3917"/>
                    <a:pt x="11082" y="3901"/>
                    <a:pt x="11097" y="3866"/>
                  </a:cubicBezTo>
                  <a:cubicBezTo>
                    <a:pt x="11100" y="3858"/>
                    <a:pt x="11104" y="3850"/>
                    <a:pt x="11107" y="3842"/>
                  </a:cubicBezTo>
                  <a:lnTo>
                    <a:pt x="11107" y="3842"/>
                  </a:lnTo>
                  <a:cubicBezTo>
                    <a:pt x="11108" y="3842"/>
                    <a:pt x="11108" y="3842"/>
                    <a:pt x="11109" y="3842"/>
                  </a:cubicBezTo>
                  <a:cubicBezTo>
                    <a:pt x="11110" y="3839"/>
                    <a:pt x="11111" y="3836"/>
                    <a:pt x="11111" y="3834"/>
                  </a:cubicBezTo>
                  <a:lnTo>
                    <a:pt x="11111" y="3834"/>
                  </a:lnTo>
                  <a:cubicBezTo>
                    <a:pt x="11209" y="3636"/>
                    <a:pt x="11424" y="3515"/>
                    <a:pt x="11636" y="3515"/>
                  </a:cubicBezTo>
                  <a:cubicBezTo>
                    <a:pt x="11683" y="3515"/>
                    <a:pt x="11730" y="3520"/>
                    <a:pt x="11775" y="3533"/>
                  </a:cubicBezTo>
                  <a:cubicBezTo>
                    <a:pt x="12049" y="3604"/>
                    <a:pt x="12228" y="3926"/>
                    <a:pt x="12168" y="4188"/>
                  </a:cubicBezTo>
                  <a:cubicBezTo>
                    <a:pt x="12161" y="4243"/>
                    <a:pt x="12199" y="4274"/>
                    <a:pt x="12236" y="4274"/>
                  </a:cubicBezTo>
                  <a:cubicBezTo>
                    <a:pt x="12263" y="4274"/>
                    <a:pt x="12289" y="4258"/>
                    <a:pt x="12299" y="4223"/>
                  </a:cubicBezTo>
                  <a:cubicBezTo>
                    <a:pt x="12359" y="3950"/>
                    <a:pt x="12240" y="3664"/>
                    <a:pt x="12037" y="3509"/>
                  </a:cubicBezTo>
                  <a:cubicBezTo>
                    <a:pt x="11917" y="3421"/>
                    <a:pt x="11777" y="3379"/>
                    <a:pt x="11637" y="3379"/>
                  </a:cubicBezTo>
                  <a:cubicBezTo>
                    <a:pt x="11512" y="3379"/>
                    <a:pt x="11387" y="3412"/>
                    <a:pt x="11275" y="3473"/>
                  </a:cubicBezTo>
                  <a:cubicBezTo>
                    <a:pt x="11211" y="3508"/>
                    <a:pt x="11153" y="3555"/>
                    <a:pt x="11103" y="3611"/>
                  </a:cubicBezTo>
                  <a:lnTo>
                    <a:pt x="11103" y="3611"/>
                  </a:lnTo>
                  <a:cubicBezTo>
                    <a:pt x="11079" y="3545"/>
                    <a:pt x="11040" y="3481"/>
                    <a:pt x="10990" y="3426"/>
                  </a:cubicBezTo>
                  <a:cubicBezTo>
                    <a:pt x="10893" y="3330"/>
                    <a:pt x="10766" y="3288"/>
                    <a:pt x="10646" y="3288"/>
                  </a:cubicBezTo>
                  <a:close/>
                  <a:moveTo>
                    <a:pt x="14084" y="4404"/>
                  </a:moveTo>
                  <a:cubicBezTo>
                    <a:pt x="13785" y="4404"/>
                    <a:pt x="13494" y="4615"/>
                    <a:pt x="13430" y="4902"/>
                  </a:cubicBezTo>
                  <a:cubicBezTo>
                    <a:pt x="13416" y="4960"/>
                    <a:pt x="13454" y="4991"/>
                    <a:pt x="13491" y="4991"/>
                  </a:cubicBezTo>
                  <a:cubicBezTo>
                    <a:pt x="13516" y="4991"/>
                    <a:pt x="13540" y="4978"/>
                    <a:pt x="13549" y="4950"/>
                  </a:cubicBezTo>
                  <a:cubicBezTo>
                    <a:pt x="13603" y="4724"/>
                    <a:pt x="13831" y="4538"/>
                    <a:pt x="14067" y="4538"/>
                  </a:cubicBezTo>
                  <a:cubicBezTo>
                    <a:pt x="14093" y="4538"/>
                    <a:pt x="14119" y="4540"/>
                    <a:pt x="14145" y="4545"/>
                  </a:cubicBezTo>
                  <a:cubicBezTo>
                    <a:pt x="14395" y="4593"/>
                    <a:pt x="14609" y="4878"/>
                    <a:pt x="14561" y="5128"/>
                  </a:cubicBezTo>
                  <a:cubicBezTo>
                    <a:pt x="14555" y="5177"/>
                    <a:pt x="14596" y="5209"/>
                    <a:pt x="14634" y="5209"/>
                  </a:cubicBezTo>
                  <a:cubicBezTo>
                    <a:pt x="14661" y="5209"/>
                    <a:pt x="14687" y="5192"/>
                    <a:pt x="14692" y="5152"/>
                  </a:cubicBezTo>
                  <a:cubicBezTo>
                    <a:pt x="14752" y="4831"/>
                    <a:pt x="14538" y="4473"/>
                    <a:pt x="14192" y="4414"/>
                  </a:cubicBezTo>
                  <a:cubicBezTo>
                    <a:pt x="14156" y="4407"/>
                    <a:pt x="14120" y="4404"/>
                    <a:pt x="14084" y="4404"/>
                  </a:cubicBezTo>
                  <a:close/>
                  <a:moveTo>
                    <a:pt x="14745" y="1669"/>
                  </a:moveTo>
                  <a:cubicBezTo>
                    <a:pt x="14473" y="1669"/>
                    <a:pt x="14200" y="1749"/>
                    <a:pt x="13966" y="1914"/>
                  </a:cubicBezTo>
                  <a:cubicBezTo>
                    <a:pt x="13680" y="2116"/>
                    <a:pt x="13478" y="2414"/>
                    <a:pt x="13418" y="2759"/>
                  </a:cubicBezTo>
                  <a:cubicBezTo>
                    <a:pt x="13412" y="2792"/>
                    <a:pt x="13449" y="2818"/>
                    <a:pt x="13486" y="2818"/>
                  </a:cubicBezTo>
                  <a:cubicBezTo>
                    <a:pt x="13515" y="2818"/>
                    <a:pt x="13544" y="2801"/>
                    <a:pt x="13549" y="2759"/>
                  </a:cubicBezTo>
                  <a:cubicBezTo>
                    <a:pt x="13657" y="2211"/>
                    <a:pt x="14157" y="1759"/>
                    <a:pt x="14728" y="1759"/>
                  </a:cubicBezTo>
                  <a:cubicBezTo>
                    <a:pt x="15014" y="1759"/>
                    <a:pt x="15276" y="1854"/>
                    <a:pt x="15514" y="2021"/>
                  </a:cubicBezTo>
                  <a:cubicBezTo>
                    <a:pt x="15752" y="2199"/>
                    <a:pt x="15907" y="2449"/>
                    <a:pt x="15978" y="2735"/>
                  </a:cubicBezTo>
                  <a:cubicBezTo>
                    <a:pt x="16050" y="3057"/>
                    <a:pt x="15990" y="3414"/>
                    <a:pt x="15800" y="3700"/>
                  </a:cubicBezTo>
                  <a:cubicBezTo>
                    <a:pt x="15762" y="3747"/>
                    <a:pt x="15799" y="3794"/>
                    <a:pt x="15845" y="3794"/>
                  </a:cubicBezTo>
                  <a:cubicBezTo>
                    <a:pt x="15858" y="3794"/>
                    <a:pt x="15871" y="3790"/>
                    <a:pt x="15883" y="3783"/>
                  </a:cubicBezTo>
                  <a:cubicBezTo>
                    <a:pt x="15886" y="3782"/>
                    <a:pt x="15888" y="3780"/>
                    <a:pt x="15891" y="3779"/>
                  </a:cubicBezTo>
                  <a:lnTo>
                    <a:pt x="15891" y="3779"/>
                  </a:lnTo>
                  <a:lnTo>
                    <a:pt x="15895" y="3783"/>
                  </a:lnTo>
                  <a:cubicBezTo>
                    <a:pt x="15897" y="3780"/>
                    <a:pt x="15899" y="3777"/>
                    <a:pt x="15900" y="3775"/>
                  </a:cubicBezTo>
                  <a:lnTo>
                    <a:pt x="15900" y="3775"/>
                  </a:lnTo>
                  <a:cubicBezTo>
                    <a:pt x="15968" y="3744"/>
                    <a:pt x="16043" y="3730"/>
                    <a:pt x="16117" y="3730"/>
                  </a:cubicBezTo>
                  <a:cubicBezTo>
                    <a:pt x="16329" y="3730"/>
                    <a:pt x="16544" y="3847"/>
                    <a:pt x="16621" y="4045"/>
                  </a:cubicBezTo>
                  <a:cubicBezTo>
                    <a:pt x="16740" y="4319"/>
                    <a:pt x="16526" y="4664"/>
                    <a:pt x="16240" y="4735"/>
                  </a:cubicBezTo>
                  <a:cubicBezTo>
                    <a:pt x="16160" y="4758"/>
                    <a:pt x="16201" y="4879"/>
                    <a:pt x="16267" y="4879"/>
                  </a:cubicBezTo>
                  <a:cubicBezTo>
                    <a:pt x="16270" y="4879"/>
                    <a:pt x="16273" y="4879"/>
                    <a:pt x="16276" y="4878"/>
                  </a:cubicBezTo>
                  <a:cubicBezTo>
                    <a:pt x="16281" y="4877"/>
                    <a:pt x="16286" y="4876"/>
                    <a:pt x="16291" y="4875"/>
                  </a:cubicBezTo>
                  <a:lnTo>
                    <a:pt x="16291" y="4875"/>
                  </a:lnTo>
                  <a:cubicBezTo>
                    <a:pt x="16311" y="4871"/>
                    <a:pt x="16331" y="4869"/>
                    <a:pt x="16352" y="4869"/>
                  </a:cubicBezTo>
                  <a:cubicBezTo>
                    <a:pt x="16470" y="4869"/>
                    <a:pt x="16586" y="4935"/>
                    <a:pt x="16645" y="5033"/>
                  </a:cubicBezTo>
                  <a:cubicBezTo>
                    <a:pt x="16716" y="5176"/>
                    <a:pt x="16693" y="5355"/>
                    <a:pt x="16586" y="5450"/>
                  </a:cubicBezTo>
                  <a:cubicBezTo>
                    <a:pt x="16540" y="5495"/>
                    <a:pt x="16585" y="5569"/>
                    <a:pt x="16635" y="5569"/>
                  </a:cubicBezTo>
                  <a:cubicBezTo>
                    <a:pt x="16651" y="5569"/>
                    <a:pt x="16667" y="5562"/>
                    <a:pt x="16681" y="5545"/>
                  </a:cubicBezTo>
                  <a:cubicBezTo>
                    <a:pt x="16824" y="5390"/>
                    <a:pt x="16871" y="5152"/>
                    <a:pt x="16764" y="4962"/>
                  </a:cubicBezTo>
                  <a:cubicBezTo>
                    <a:pt x="16708" y="4867"/>
                    <a:pt x="16618" y="4800"/>
                    <a:pt x="16518" y="4762"/>
                  </a:cubicBezTo>
                  <a:lnTo>
                    <a:pt x="16518" y="4762"/>
                  </a:lnTo>
                  <a:cubicBezTo>
                    <a:pt x="16670" y="4639"/>
                    <a:pt x="16768" y="4443"/>
                    <a:pt x="16776" y="4247"/>
                  </a:cubicBezTo>
                  <a:cubicBezTo>
                    <a:pt x="16788" y="3950"/>
                    <a:pt x="16574" y="3700"/>
                    <a:pt x="16288" y="3640"/>
                  </a:cubicBezTo>
                  <a:cubicBezTo>
                    <a:pt x="16226" y="3622"/>
                    <a:pt x="16165" y="3613"/>
                    <a:pt x="16106" y="3613"/>
                  </a:cubicBezTo>
                  <a:cubicBezTo>
                    <a:pt x="16065" y="3613"/>
                    <a:pt x="16025" y="3617"/>
                    <a:pt x="15985" y="3627"/>
                  </a:cubicBezTo>
                  <a:lnTo>
                    <a:pt x="15985" y="3627"/>
                  </a:lnTo>
                  <a:cubicBezTo>
                    <a:pt x="16245" y="3096"/>
                    <a:pt x="16135" y="2421"/>
                    <a:pt x="15681" y="2021"/>
                  </a:cubicBezTo>
                  <a:cubicBezTo>
                    <a:pt x="15417" y="1790"/>
                    <a:pt x="15081" y="1669"/>
                    <a:pt x="14745" y="1669"/>
                  </a:cubicBezTo>
                  <a:close/>
                  <a:moveTo>
                    <a:pt x="8450" y="4551"/>
                  </a:moveTo>
                  <a:cubicBezTo>
                    <a:pt x="8245" y="4551"/>
                    <a:pt x="8037" y="4653"/>
                    <a:pt x="7906" y="4819"/>
                  </a:cubicBezTo>
                  <a:cubicBezTo>
                    <a:pt x="7811" y="4950"/>
                    <a:pt x="7751" y="5093"/>
                    <a:pt x="7751" y="5259"/>
                  </a:cubicBezTo>
                  <a:cubicBezTo>
                    <a:pt x="7758" y="5318"/>
                    <a:pt x="7800" y="5345"/>
                    <a:pt x="7837" y="5345"/>
                  </a:cubicBezTo>
                  <a:cubicBezTo>
                    <a:pt x="7867" y="5345"/>
                    <a:pt x="7894" y="5327"/>
                    <a:pt x="7894" y="5295"/>
                  </a:cubicBezTo>
                  <a:cubicBezTo>
                    <a:pt x="7894" y="4997"/>
                    <a:pt x="8144" y="4712"/>
                    <a:pt x="8442" y="4712"/>
                  </a:cubicBezTo>
                  <a:cubicBezTo>
                    <a:pt x="8739" y="4712"/>
                    <a:pt x="9013" y="4997"/>
                    <a:pt x="9001" y="5271"/>
                  </a:cubicBezTo>
                  <a:cubicBezTo>
                    <a:pt x="9001" y="5309"/>
                    <a:pt x="9041" y="5343"/>
                    <a:pt x="9075" y="5343"/>
                  </a:cubicBezTo>
                  <a:cubicBezTo>
                    <a:pt x="9094" y="5343"/>
                    <a:pt x="9112" y="5332"/>
                    <a:pt x="9120" y="5307"/>
                  </a:cubicBezTo>
                  <a:cubicBezTo>
                    <a:pt x="9187" y="5154"/>
                    <a:pt x="9353" y="5048"/>
                    <a:pt x="9526" y="5048"/>
                  </a:cubicBezTo>
                  <a:cubicBezTo>
                    <a:pt x="9569" y="5048"/>
                    <a:pt x="9613" y="5054"/>
                    <a:pt x="9656" y="5069"/>
                  </a:cubicBezTo>
                  <a:cubicBezTo>
                    <a:pt x="9858" y="5140"/>
                    <a:pt x="9966" y="5390"/>
                    <a:pt x="9906" y="5593"/>
                  </a:cubicBezTo>
                  <a:cubicBezTo>
                    <a:pt x="9885" y="5641"/>
                    <a:pt x="9925" y="5673"/>
                    <a:pt x="9966" y="5673"/>
                  </a:cubicBezTo>
                  <a:cubicBezTo>
                    <a:pt x="9996" y="5673"/>
                    <a:pt x="10027" y="5656"/>
                    <a:pt x="10037" y="5616"/>
                  </a:cubicBezTo>
                  <a:cubicBezTo>
                    <a:pt x="10132" y="5355"/>
                    <a:pt x="9978" y="5033"/>
                    <a:pt x="9716" y="4938"/>
                  </a:cubicBezTo>
                  <a:cubicBezTo>
                    <a:pt x="9653" y="4913"/>
                    <a:pt x="9588" y="4902"/>
                    <a:pt x="9524" y="4902"/>
                  </a:cubicBezTo>
                  <a:cubicBezTo>
                    <a:pt x="9367" y="4902"/>
                    <a:pt x="9214" y="4970"/>
                    <a:pt x="9109" y="5084"/>
                  </a:cubicBezTo>
                  <a:lnTo>
                    <a:pt x="9109" y="5084"/>
                  </a:lnTo>
                  <a:cubicBezTo>
                    <a:pt x="9051" y="4865"/>
                    <a:pt x="8886" y="4687"/>
                    <a:pt x="8668" y="4593"/>
                  </a:cubicBezTo>
                  <a:cubicBezTo>
                    <a:pt x="8598" y="4564"/>
                    <a:pt x="8524" y="4551"/>
                    <a:pt x="8450" y="4551"/>
                  </a:cubicBezTo>
                  <a:close/>
                  <a:moveTo>
                    <a:pt x="2292" y="2574"/>
                  </a:moveTo>
                  <a:cubicBezTo>
                    <a:pt x="1811" y="2574"/>
                    <a:pt x="1363" y="2840"/>
                    <a:pt x="1167" y="3295"/>
                  </a:cubicBezTo>
                  <a:cubicBezTo>
                    <a:pt x="1065" y="3540"/>
                    <a:pt x="1050" y="3812"/>
                    <a:pt x="1116" y="4064"/>
                  </a:cubicBezTo>
                  <a:lnTo>
                    <a:pt x="1116" y="4064"/>
                  </a:lnTo>
                  <a:cubicBezTo>
                    <a:pt x="1057" y="4051"/>
                    <a:pt x="995" y="4044"/>
                    <a:pt x="934" y="4044"/>
                  </a:cubicBezTo>
                  <a:cubicBezTo>
                    <a:pt x="675" y="4044"/>
                    <a:pt x="411" y="4163"/>
                    <a:pt x="250" y="4366"/>
                  </a:cubicBezTo>
                  <a:cubicBezTo>
                    <a:pt x="0" y="4664"/>
                    <a:pt x="0" y="5069"/>
                    <a:pt x="214" y="5378"/>
                  </a:cubicBezTo>
                  <a:cubicBezTo>
                    <a:pt x="333" y="5557"/>
                    <a:pt x="500" y="5688"/>
                    <a:pt x="703" y="5736"/>
                  </a:cubicBezTo>
                  <a:cubicBezTo>
                    <a:pt x="706" y="5736"/>
                    <a:pt x="709" y="5736"/>
                    <a:pt x="712" y="5736"/>
                  </a:cubicBezTo>
                  <a:cubicBezTo>
                    <a:pt x="778" y="5736"/>
                    <a:pt x="818" y="5616"/>
                    <a:pt x="738" y="5605"/>
                  </a:cubicBezTo>
                  <a:cubicBezTo>
                    <a:pt x="429" y="5509"/>
                    <a:pt x="203" y="5235"/>
                    <a:pt x="179" y="4914"/>
                  </a:cubicBezTo>
                  <a:cubicBezTo>
                    <a:pt x="167" y="4604"/>
                    <a:pt x="381" y="4319"/>
                    <a:pt x="679" y="4223"/>
                  </a:cubicBezTo>
                  <a:cubicBezTo>
                    <a:pt x="756" y="4194"/>
                    <a:pt x="839" y="4179"/>
                    <a:pt x="924" y="4179"/>
                  </a:cubicBezTo>
                  <a:cubicBezTo>
                    <a:pt x="1009" y="4179"/>
                    <a:pt x="1095" y="4194"/>
                    <a:pt x="1179" y="4223"/>
                  </a:cubicBezTo>
                  <a:cubicBezTo>
                    <a:pt x="1184" y="4224"/>
                    <a:pt x="1189" y="4225"/>
                    <a:pt x="1194" y="4225"/>
                  </a:cubicBezTo>
                  <a:cubicBezTo>
                    <a:pt x="1246" y="4225"/>
                    <a:pt x="1285" y="4172"/>
                    <a:pt x="1274" y="4128"/>
                  </a:cubicBezTo>
                  <a:cubicBezTo>
                    <a:pt x="1107" y="3664"/>
                    <a:pt x="1274" y="3116"/>
                    <a:pt x="1691" y="2854"/>
                  </a:cubicBezTo>
                  <a:cubicBezTo>
                    <a:pt x="1868" y="2746"/>
                    <a:pt x="2066" y="2692"/>
                    <a:pt x="2261" y="2692"/>
                  </a:cubicBezTo>
                  <a:cubicBezTo>
                    <a:pt x="2538" y="2692"/>
                    <a:pt x="2810" y="2800"/>
                    <a:pt x="3012" y="3009"/>
                  </a:cubicBezTo>
                  <a:cubicBezTo>
                    <a:pt x="3191" y="3211"/>
                    <a:pt x="3310" y="3473"/>
                    <a:pt x="3310" y="3747"/>
                  </a:cubicBezTo>
                  <a:cubicBezTo>
                    <a:pt x="3310" y="3785"/>
                    <a:pt x="3339" y="3802"/>
                    <a:pt x="3371" y="3802"/>
                  </a:cubicBezTo>
                  <a:cubicBezTo>
                    <a:pt x="3399" y="3802"/>
                    <a:pt x="3430" y="3787"/>
                    <a:pt x="3441" y="3759"/>
                  </a:cubicBezTo>
                  <a:cubicBezTo>
                    <a:pt x="3509" y="3589"/>
                    <a:pt x="3696" y="3473"/>
                    <a:pt x="3879" y="3473"/>
                  </a:cubicBezTo>
                  <a:cubicBezTo>
                    <a:pt x="3888" y="3473"/>
                    <a:pt x="3897" y="3473"/>
                    <a:pt x="3905" y="3473"/>
                  </a:cubicBezTo>
                  <a:cubicBezTo>
                    <a:pt x="4096" y="3509"/>
                    <a:pt x="4263" y="3652"/>
                    <a:pt x="4310" y="3842"/>
                  </a:cubicBezTo>
                  <a:cubicBezTo>
                    <a:pt x="4320" y="3882"/>
                    <a:pt x="4347" y="3899"/>
                    <a:pt x="4374" y="3899"/>
                  </a:cubicBezTo>
                  <a:cubicBezTo>
                    <a:pt x="4411" y="3899"/>
                    <a:pt x="4448" y="3867"/>
                    <a:pt x="4441" y="3819"/>
                  </a:cubicBezTo>
                  <a:cubicBezTo>
                    <a:pt x="4382" y="3557"/>
                    <a:pt x="4155" y="3366"/>
                    <a:pt x="3905" y="3354"/>
                  </a:cubicBezTo>
                  <a:cubicBezTo>
                    <a:pt x="3897" y="3354"/>
                    <a:pt x="3888" y="3354"/>
                    <a:pt x="3880" y="3354"/>
                  </a:cubicBezTo>
                  <a:cubicBezTo>
                    <a:pt x="3711" y="3354"/>
                    <a:pt x="3539" y="3433"/>
                    <a:pt x="3424" y="3560"/>
                  </a:cubicBezTo>
                  <a:lnTo>
                    <a:pt x="3424" y="3560"/>
                  </a:lnTo>
                  <a:cubicBezTo>
                    <a:pt x="3342" y="3092"/>
                    <a:pt x="2982" y="2686"/>
                    <a:pt x="2512" y="2592"/>
                  </a:cubicBezTo>
                  <a:cubicBezTo>
                    <a:pt x="2439" y="2580"/>
                    <a:pt x="2365" y="2574"/>
                    <a:pt x="2292" y="2574"/>
                  </a:cubicBezTo>
                  <a:close/>
                  <a:moveTo>
                    <a:pt x="19509" y="5356"/>
                  </a:moveTo>
                  <a:cubicBezTo>
                    <a:pt x="19298" y="5356"/>
                    <a:pt x="19093" y="5417"/>
                    <a:pt x="18919" y="5533"/>
                  </a:cubicBezTo>
                  <a:cubicBezTo>
                    <a:pt x="18861" y="5581"/>
                    <a:pt x="18889" y="5668"/>
                    <a:pt x="18940" y="5668"/>
                  </a:cubicBezTo>
                  <a:cubicBezTo>
                    <a:pt x="18952" y="5668"/>
                    <a:pt x="18965" y="5664"/>
                    <a:pt x="18979" y="5652"/>
                  </a:cubicBezTo>
                  <a:cubicBezTo>
                    <a:pt x="19136" y="5546"/>
                    <a:pt x="19322" y="5489"/>
                    <a:pt x="19507" y="5489"/>
                  </a:cubicBezTo>
                  <a:cubicBezTo>
                    <a:pt x="19715" y="5489"/>
                    <a:pt x="19922" y="5561"/>
                    <a:pt x="20086" y="5712"/>
                  </a:cubicBezTo>
                  <a:cubicBezTo>
                    <a:pt x="20372" y="5962"/>
                    <a:pt x="20467" y="6390"/>
                    <a:pt x="20312" y="6736"/>
                  </a:cubicBezTo>
                  <a:cubicBezTo>
                    <a:pt x="20217" y="6926"/>
                    <a:pt x="20050" y="7093"/>
                    <a:pt x="19860" y="7176"/>
                  </a:cubicBezTo>
                  <a:cubicBezTo>
                    <a:pt x="19797" y="7207"/>
                    <a:pt x="19835" y="7302"/>
                    <a:pt x="19901" y="7302"/>
                  </a:cubicBezTo>
                  <a:cubicBezTo>
                    <a:pt x="19910" y="7302"/>
                    <a:pt x="19920" y="7300"/>
                    <a:pt x="19931" y="7295"/>
                  </a:cubicBezTo>
                  <a:cubicBezTo>
                    <a:pt x="20336" y="7117"/>
                    <a:pt x="20574" y="6676"/>
                    <a:pt x="20515" y="6236"/>
                  </a:cubicBezTo>
                  <a:cubicBezTo>
                    <a:pt x="20455" y="5795"/>
                    <a:pt x="20098" y="5426"/>
                    <a:pt x="19657" y="5366"/>
                  </a:cubicBezTo>
                  <a:cubicBezTo>
                    <a:pt x="19608" y="5360"/>
                    <a:pt x="19558" y="5356"/>
                    <a:pt x="19509" y="5356"/>
                  </a:cubicBezTo>
                  <a:close/>
                  <a:moveTo>
                    <a:pt x="16958" y="6579"/>
                  </a:moveTo>
                  <a:cubicBezTo>
                    <a:pt x="16666" y="6579"/>
                    <a:pt x="16420" y="6792"/>
                    <a:pt x="16240" y="7021"/>
                  </a:cubicBezTo>
                  <a:cubicBezTo>
                    <a:pt x="16190" y="7063"/>
                    <a:pt x="16234" y="7106"/>
                    <a:pt x="16286" y="7106"/>
                  </a:cubicBezTo>
                  <a:cubicBezTo>
                    <a:pt x="16307" y="7106"/>
                    <a:pt x="16330" y="7098"/>
                    <a:pt x="16347" y="7081"/>
                  </a:cubicBezTo>
                  <a:cubicBezTo>
                    <a:pt x="16501" y="6883"/>
                    <a:pt x="16716" y="6696"/>
                    <a:pt x="16981" y="6696"/>
                  </a:cubicBezTo>
                  <a:cubicBezTo>
                    <a:pt x="17004" y="6696"/>
                    <a:pt x="17027" y="6697"/>
                    <a:pt x="17050" y="6700"/>
                  </a:cubicBezTo>
                  <a:cubicBezTo>
                    <a:pt x="17169" y="6724"/>
                    <a:pt x="17288" y="6795"/>
                    <a:pt x="17348" y="6914"/>
                  </a:cubicBezTo>
                  <a:cubicBezTo>
                    <a:pt x="17395" y="6998"/>
                    <a:pt x="17395" y="7140"/>
                    <a:pt x="17336" y="7224"/>
                  </a:cubicBezTo>
                  <a:cubicBezTo>
                    <a:pt x="17290" y="7269"/>
                    <a:pt x="17328" y="7343"/>
                    <a:pt x="17375" y="7343"/>
                  </a:cubicBezTo>
                  <a:cubicBezTo>
                    <a:pt x="17388" y="7343"/>
                    <a:pt x="17401" y="7337"/>
                    <a:pt x="17414" y="7325"/>
                  </a:cubicBezTo>
                  <a:lnTo>
                    <a:pt x="17414" y="7325"/>
                  </a:lnTo>
                  <a:lnTo>
                    <a:pt x="17419" y="7331"/>
                  </a:lnTo>
                  <a:cubicBezTo>
                    <a:pt x="17428" y="7320"/>
                    <a:pt x="17436" y="7309"/>
                    <a:pt x="17443" y="7298"/>
                  </a:cubicBezTo>
                  <a:lnTo>
                    <a:pt x="17443" y="7298"/>
                  </a:lnTo>
                  <a:cubicBezTo>
                    <a:pt x="17551" y="7206"/>
                    <a:pt x="17686" y="7160"/>
                    <a:pt x="17820" y="7160"/>
                  </a:cubicBezTo>
                  <a:cubicBezTo>
                    <a:pt x="17952" y="7160"/>
                    <a:pt x="18085" y="7204"/>
                    <a:pt x="18193" y="7295"/>
                  </a:cubicBezTo>
                  <a:cubicBezTo>
                    <a:pt x="18407" y="7498"/>
                    <a:pt x="18419" y="7831"/>
                    <a:pt x="18252" y="8057"/>
                  </a:cubicBezTo>
                  <a:cubicBezTo>
                    <a:pt x="18218" y="8108"/>
                    <a:pt x="18263" y="8153"/>
                    <a:pt x="18313" y="8153"/>
                  </a:cubicBezTo>
                  <a:cubicBezTo>
                    <a:pt x="18333" y="8153"/>
                    <a:pt x="18354" y="8146"/>
                    <a:pt x="18371" y="8129"/>
                  </a:cubicBezTo>
                  <a:cubicBezTo>
                    <a:pt x="18538" y="7926"/>
                    <a:pt x="18538" y="7617"/>
                    <a:pt x="18419" y="7390"/>
                  </a:cubicBezTo>
                  <a:cubicBezTo>
                    <a:pt x="18298" y="7171"/>
                    <a:pt x="18056" y="7042"/>
                    <a:pt x="17795" y="7042"/>
                  </a:cubicBezTo>
                  <a:cubicBezTo>
                    <a:pt x="17773" y="7042"/>
                    <a:pt x="17751" y="7043"/>
                    <a:pt x="17729" y="7045"/>
                  </a:cubicBezTo>
                  <a:cubicBezTo>
                    <a:pt x="17655" y="7051"/>
                    <a:pt x="17579" y="7070"/>
                    <a:pt x="17509" y="7103"/>
                  </a:cubicBezTo>
                  <a:lnTo>
                    <a:pt x="17509" y="7103"/>
                  </a:lnTo>
                  <a:cubicBezTo>
                    <a:pt x="17515" y="7035"/>
                    <a:pt x="17505" y="6966"/>
                    <a:pt x="17478" y="6902"/>
                  </a:cubicBezTo>
                  <a:cubicBezTo>
                    <a:pt x="17419" y="6748"/>
                    <a:pt x="17300" y="6640"/>
                    <a:pt x="17133" y="6605"/>
                  </a:cubicBezTo>
                  <a:cubicBezTo>
                    <a:pt x="17073" y="6587"/>
                    <a:pt x="17015" y="6579"/>
                    <a:pt x="16958" y="6579"/>
                  </a:cubicBezTo>
                  <a:close/>
                  <a:moveTo>
                    <a:pt x="5432" y="4314"/>
                  </a:moveTo>
                  <a:cubicBezTo>
                    <a:pt x="5324" y="4314"/>
                    <a:pt x="5215" y="4328"/>
                    <a:pt x="5108" y="4354"/>
                  </a:cubicBezTo>
                  <a:cubicBezTo>
                    <a:pt x="4846" y="4426"/>
                    <a:pt x="4608" y="4604"/>
                    <a:pt x="4441" y="4843"/>
                  </a:cubicBezTo>
                  <a:cubicBezTo>
                    <a:pt x="4290" y="5064"/>
                    <a:pt x="4224" y="5337"/>
                    <a:pt x="4236" y="5603"/>
                  </a:cubicBezTo>
                  <a:lnTo>
                    <a:pt x="4236" y="5603"/>
                  </a:lnTo>
                  <a:cubicBezTo>
                    <a:pt x="4097" y="5530"/>
                    <a:pt x="3939" y="5493"/>
                    <a:pt x="3784" y="5493"/>
                  </a:cubicBezTo>
                  <a:cubicBezTo>
                    <a:pt x="3666" y="5493"/>
                    <a:pt x="3549" y="5514"/>
                    <a:pt x="3441" y="5557"/>
                  </a:cubicBezTo>
                  <a:cubicBezTo>
                    <a:pt x="3131" y="5688"/>
                    <a:pt x="2953" y="6009"/>
                    <a:pt x="2953" y="6331"/>
                  </a:cubicBezTo>
                  <a:cubicBezTo>
                    <a:pt x="2953" y="6509"/>
                    <a:pt x="3012" y="6700"/>
                    <a:pt x="3120" y="6855"/>
                  </a:cubicBezTo>
                  <a:cubicBezTo>
                    <a:pt x="3136" y="6872"/>
                    <a:pt x="3159" y="6888"/>
                    <a:pt x="3179" y="6888"/>
                  </a:cubicBezTo>
                  <a:cubicBezTo>
                    <a:pt x="3188" y="6888"/>
                    <a:pt x="3196" y="6885"/>
                    <a:pt x="3203" y="6879"/>
                  </a:cubicBezTo>
                  <a:cubicBezTo>
                    <a:pt x="3227" y="6843"/>
                    <a:pt x="3251" y="6795"/>
                    <a:pt x="3227" y="6759"/>
                  </a:cubicBezTo>
                  <a:cubicBezTo>
                    <a:pt x="3060" y="6545"/>
                    <a:pt x="3024" y="6224"/>
                    <a:pt x="3143" y="5986"/>
                  </a:cubicBezTo>
                  <a:cubicBezTo>
                    <a:pt x="3258" y="5745"/>
                    <a:pt x="3515" y="5604"/>
                    <a:pt x="3789" y="5604"/>
                  </a:cubicBezTo>
                  <a:cubicBezTo>
                    <a:pt x="3800" y="5604"/>
                    <a:pt x="3811" y="5604"/>
                    <a:pt x="3822" y="5605"/>
                  </a:cubicBezTo>
                  <a:cubicBezTo>
                    <a:pt x="3977" y="5605"/>
                    <a:pt x="4132" y="5664"/>
                    <a:pt x="4251" y="5771"/>
                  </a:cubicBezTo>
                  <a:cubicBezTo>
                    <a:pt x="4267" y="5781"/>
                    <a:pt x="4283" y="5785"/>
                    <a:pt x="4299" y="5785"/>
                  </a:cubicBezTo>
                  <a:cubicBezTo>
                    <a:pt x="4338" y="5785"/>
                    <a:pt x="4370" y="5755"/>
                    <a:pt x="4370" y="5712"/>
                  </a:cubicBezTo>
                  <a:cubicBezTo>
                    <a:pt x="4368" y="5704"/>
                    <a:pt x="4367" y="5697"/>
                    <a:pt x="4366" y="5690"/>
                  </a:cubicBezTo>
                  <a:lnTo>
                    <a:pt x="4366" y="5690"/>
                  </a:lnTo>
                  <a:cubicBezTo>
                    <a:pt x="4367" y="5689"/>
                    <a:pt x="4368" y="5689"/>
                    <a:pt x="4370" y="5688"/>
                  </a:cubicBezTo>
                  <a:cubicBezTo>
                    <a:pt x="4368" y="5687"/>
                    <a:pt x="4366" y="5685"/>
                    <a:pt x="4365" y="5684"/>
                  </a:cubicBezTo>
                  <a:lnTo>
                    <a:pt x="4365" y="5684"/>
                  </a:lnTo>
                  <a:cubicBezTo>
                    <a:pt x="4285" y="5192"/>
                    <a:pt x="4569" y="4673"/>
                    <a:pt x="5048" y="4521"/>
                  </a:cubicBezTo>
                  <a:cubicBezTo>
                    <a:pt x="5170" y="4476"/>
                    <a:pt x="5297" y="4455"/>
                    <a:pt x="5422" y="4455"/>
                  </a:cubicBezTo>
                  <a:cubicBezTo>
                    <a:pt x="5797" y="4455"/>
                    <a:pt x="6159" y="4649"/>
                    <a:pt x="6346" y="4997"/>
                  </a:cubicBezTo>
                  <a:cubicBezTo>
                    <a:pt x="6477" y="5247"/>
                    <a:pt x="6525" y="5533"/>
                    <a:pt x="6453" y="5807"/>
                  </a:cubicBezTo>
                  <a:cubicBezTo>
                    <a:pt x="6445" y="5849"/>
                    <a:pt x="6484" y="5891"/>
                    <a:pt x="6525" y="5891"/>
                  </a:cubicBezTo>
                  <a:cubicBezTo>
                    <a:pt x="6541" y="5891"/>
                    <a:pt x="6558" y="5884"/>
                    <a:pt x="6572" y="5866"/>
                  </a:cubicBezTo>
                  <a:cubicBezTo>
                    <a:pt x="6580" y="5858"/>
                    <a:pt x="6587" y="5850"/>
                    <a:pt x="6595" y="5842"/>
                  </a:cubicBezTo>
                  <a:lnTo>
                    <a:pt x="6595" y="5842"/>
                  </a:lnTo>
                  <a:cubicBezTo>
                    <a:pt x="6596" y="5843"/>
                    <a:pt x="6596" y="5843"/>
                    <a:pt x="6596" y="5843"/>
                  </a:cubicBezTo>
                  <a:cubicBezTo>
                    <a:pt x="6596" y="5842"/>
                    <a:pt x="6596" y="5842"/>
                    <a:pt x="6597" y="5841"/>
                  </a:cubicBezTo>
                  <a:lnTo>
                    <a:pt x="6597" y="5841"/>
                  </a:lnTo>
                  <a:cubicBezTo>
                    <a:pt x="6682" y="5759"/>
                    <a:pt x="6800" y="5718"/>
                    <a:pt x="6917" y="5718"/>
                  </a:cubicBezTo>
                  <a:cubicBezTo>
                    <a:pt x="7053" y="5718"/>
                    <a:pt x="7189" y="5774"/>
                    <a:pt x="7275" y="5890"/>
                  </a:cubicBezTo>
                  <a:cubicBezTo>
                    <a:pt x="7430" y="6105"/>
                    <a:pt x="7311" y="6462"/>
                    <a:pt x="7061" y="6557"/>
                  </a:cubicBezTo>
                  <a:cubicBezTo>
                    <a:pt x="6989" y="6581"/>
                    <a:pt x="7001" y="6688"/>
                    <a:pt x="7072" y="6688"/>
                  </a:cubicBezTo>
                  <a:cubicBezTo>
                    <a:pt x="7406" y="6688"/>
                    <a:pt x="7715" y="6902"/>
                    <a:pt x="7823" y="7224"/>
                  </a:cubicBezTo>
                  <a:cubicBezTo>
                    <a:pt x="7906" y="7533"/>
                    <a:pt x="7787" y="7891"/>
                    <a:pt x="7537" y="8069"/>
                  </a:cubicBezTo>
                  <a:cubicBezTo>
                    <a:pt x="7477" y="8109"/>
                    <a:pt x="7517" y="8199"/>
                    <a:pt x="7574" y="8199"/>
                  </a:cubicBezTo>
                  <a:cubicBezTo>
                    <a:pt x="7585" y="8199"/>
                    <a:pt x="7597" y="8196"/>
                    <a:pt x="7608" y="8188"/>
                  </a:cubicBezTo>
                  <a:cubicBezTo>
                    <a:pt x="7846" y="8010"/>
                    <a:pt x="8001" y="7736"/>
                    <a:pt x="8001" y="7438"/>
                  </a:cubicBezTo>
                  <a:cubicBezTo>
                    <a:pt x="8001" y="7140"/>
                    <a:pt x="7823" y="6855"/>
                    <a:pt x="7561" y="6688"/>
                  </a:cubicBezTo>
                  <a:cubicBezTo>
                    <a:pt x="7477" y="6640"/>
                    <a:pt x="7386" y="6603"/>
                    <a:pt x="7292" y="6581"/>
                  </a:cubicBezTo>
                  <a:lnTo>
                    <a:pt x="7292" y="6581"/>
                  </a:lnTo>
                  <a:cubicBezTo>
                    <a:pt x="7438" y="6449"/>
                    <a:pt x="7512" y="6235"/>
                    <a:pt x="7477" y="6033"/>
                  </a:cubicBezTo>
                  <a:cubicBezTo>
                    <a:pt x="7432" y="5764"/>
                    <a:pt x="7198" y="5591"/>
                    <a:pt x="6933" y="5591"/>
                  </a:cubicBezTo>
                  <a:cubicBezTo>
                    <a:pt x="6916" y="5591"/>
                    <a:pt x="6899" y="5591"/>
                    <a:pt x="6882" y="5593"/>
                  </a:cubicBezTo>
                  <a:cubicBezTo>
                    <a:pt x="6793" y="5599"/>
                    <a:pt x="6708" y="5622"/>
                    <a:pt x="6632" y="5663"/>
                  </a:cubicBezTo>
                  <a:lnTo>
                    <a:pt x="6632" y="5663"/>
                  </a:lnTo>
                  <a:cubicBezTo>
                    <a:pt x="6689" y="5163"/>
                    <a:pt x="6420" y="4638"/>
                    <a:pt x="5953" y="4426"/>
                  </a:cubicBezTo>
                  <a:cubicBezTo>
                    <a:pt x="5790" y="4351"/>
                    <a:pt x="5612" y="4314"/>
                    <a:pt x="5432" y="4314"/>
                  </a:cubicBezTo>
                  <a:close/>
                  <a:moveTo>
                    <a:pt x="14489" y="6262"/>
                  </a:moveTo>
                  <a:cubicBezTo>
                    <a:pt x="14278" y="6262"/>
                    <a:pt x="14062" y="6330"/>
                    <a:pt x="13895" y="6438"/>
                  </a:cubicBezTo>
                  <a:cubicBezTo>
                    <a:pt x="13818" y="6486"/>
                    <a:pt x="13850" y="6573"/>
                    <a:pt x="13909" y="6573"/>
                  </a:cubicBezTo>
                  <a:cubicBezTo>
                    <a:pt x="13923" y="6573"/>
                    <a:pt x="13938" y="6568"/>
                    <a:pt x="13954" y="6557"/>
                  </a:cubicBezTo>
                  <a:cubicBezTo>
                    <a:pt x="14106" y="6451"/>
                    <a:pt x="14289" y="6394"/>
                    <a:pt x="14472" y="6394"/>
                  </a:cubicBezTo>
                  <a:cubicBezTo>
                    <a:pt x="14679" y="6394"/>
                    <a:pt x="14886" y="6465"/>
                    <a:pt x="15050" y="6617"/>
                  </a:cubicBezTo>
                  <a:cubicBezTo>
                    <a:pt x="15335" y="6867"/>
                    <a:pt x="15443" y="7295"/>
                    <a:pt x="15276" y="7641"/>
                  </a:cubicBezTo>
                  <a:cubicBezTo>
                    <a:pt x="15192" y="7831"/>
                    <a:pt x="15026" y="7998"/>
                    <a:pt x="14835" y="8093"/>
                  </a:cubicBezTo>
                  <a:cubicBezTo>
                    <a:pt x="14759" y="8115"/>
                    <a:pt x="14802" y="8215"/>
                    <a:pt x="14882" y="8215"/>
                  </a:cubicBezTo>
                  <a:cubicBezTo>
                    <a:pt x="14890" y="8215"/>
                    <a:pt x="14898" y="8214"/>
                    <a:pt x="14907" y="8212"/>
                  </a:cubicBezTo>
                  <a:cubicBezTo>
                    <a:pt x="15312" y="8022"/>
                    <a:pt x="15550" y="7581"/>
                    <a:pt x="15490" y="7152"/>
                  </a:cubicBezTo>
                  <a:cubicBezTo>
                    <a:pt x="15431" y="6700"/>
                    <a:pt x="15073" y="6331"/>
                    <a:pt x="14621" y="6271"/>
                  </a:cubicBezTo>
                  <a:cubicBezTo>
                    <a:pt x="14578" y="6265"/>
                    <a:pt x="14534" y="6262"/>
                    <a:pt x="14489" y="6262"/>
                  </a:cubicBezTo>
                  <a:close/>
                  <a:moveTo>
                    <a:pt x="10779" y="8349"/>
                  </a:moveTo>
                  <a:cubicBezTo>
                    <a:pt x="10569" y="8349"/>
                    <a:pt x="10366" y="8445"/>
                    <a:pt x="10216" y="8629"/>
                  </a:cubicBezTo>
                  <a:cubicBezTo>
                    <a:pt x="10097" y="8760"/>
                    <a:pt x="10037" y="8926"/>
                    <a:pt x="10037" y="9105"/>
                  </a:cubicBezTo>
                  <a:cubicBezTo>
                    <a:pt x="10032" y="9138"/>
                    <a:pt x="10059" y="9156"/>
                    <a:pt x="10091" y="9156"/>
                  </a:cubicBezTo>
                  <a:cubicBezTo>
                    <a:pt x="10127" y="9156"/>
                    <a:pt x="10168" y="9132"/>
                    <a:pt x="10168" y="9081"/>
                  </a:cubicBezTo>
                  <a:cubicBezTo>
                    <a:pt x="10168" y="8766"/>
                    <a:pt x="10454" y="8474"/>
                    <a:pt x="10780" y="8474"/>
                  </a:cubicBezTo>
                  <a:cubicBezTo>
                    <a:pt x="10786" y="8474"/>
                    <a:pt x="10793" y="8474"/>
                    <a:pt x="10799" y="8474"/>
                  </a:cubicBezTo>
                  <a:cubicBezTo>
                    <a:pt x="11121" y="8486"/>
                    <a:pt x="11406" y="8807"/>
                    <a:pt x="11382" y="9129"/>
                  </a:cubicBezTo>
                  <a:cubicBezTo>
                    <a:pt x="11382" y="9176"/>
                    <a:pt x="11415" y="9200"/>
                    <a:pt x="11448" y="9200"/>
                  </a:cubicBezTo>
                  <a:cubicBezTo>
                    <a:pt x="11481" y="9200"/>
                    <a:pt x="11513" y="9176"/>
                    <a:pt x="11513" y="9129"/>
                  </a:cubicBezTo>
                  <a:cubicBezTo>
                    <a:pt x="11525" y="8819"/>
                    <a:pt x="11323" y="8522"/>
                    <a:pt x="11049" y="8403"/>
                  </a:cubicBezTo>
                  <a:cubicBezTo>
                    <a:pt x="10960" y="8367"/>
                    <a:pt x="10869" y="8349"/>
                    <a:pt x="10779" y="8349"/>
                  </a:cubicBezTo>
                  <a:close/>
                  <a:moveTo>
                    <a:pt x="12048" y="6196"/>
                  </a:moveTo>
                  <a:cubicBezTo>
                    <a:pt x="11919" y="6196"/>
                    <a:pt x="11790" y="6217"/>
                    <a:pt x="11668" y="6259"/>
                  </a:cubicBezTo>
                  <a:cubicBezTo>
                    <a:pt x="11427" y="6333"/>
                    <a:pt x="11195" y="6489"/>
                    <a:pt x="11022" y="6696"/>
                  </a:cubicBezTo>
                  <a:lnTo>
                    <a:pt x="11022" y="6696"/>
                  </a:lnTo>
                  <a:cubicBezTo>
                    <a:pt x="10886" y="6477"/>
                    <a:pt x="10638" y="6332"/>
                    <a:pt x="10381" y="6332"/>
                  </a:cubicBezTo>
                  <a:cubicBezTo>
                    <a:pt x="10342" y="6332"/>
                    <a:pt x="10303" y="6336"/>
                    <a:pt x="10263" y="6343"/>
                  </a:cubicBezTo>
                  <a:cubicBezTo>
                    <a:pt x="9918" y="6426"/>
                    <a:pt x="9680" y="6748"/>
                    <a:pt x="9692" y="7093"/>
                  </a:cubicBezTo>
                  <a:cubicBezTo>
                    <a:pt x="9698" y="7148"/>
                    <a:pt x="9739" y="7175"/>
                    <a:pt x="9777" y="7175"/>
                  </a:cubicBezTo>
                  <a:cubicBezTo>
                    <a:pt x="9813" y="7175"/>
                    <a:pt x="9847" y="7151"/>
                    <a:pt x="9847" y="7105"/>
                  </a:cubicBezTo>
                  <a:cubicBezTo>
                    <a:pt x="9835" y="6819"/>
                    <a:pt x="10025" y="6557"/>
                    <a:pt x="10299" y="6498"/>
                  </a:cubicBezTo>
                  <a:cubicBezTo>
                    <a:pt x="10337" y="6489"/>
                    <a:pt x="10375" y="6485"/>
                    <a:pt x="10414" y="6485"/>
                  </a:cubicBezTo>
                  <a:cubicBezTo>
                    <a:pt x="10652" y="6485"/>
                    <a:pt x="10885" y="6636"/>
                    <a:pt x="10978" y="6831"/>
                  </a:cubicBezTo>
                  <a:cubicBezTo>
                    <a:pt x="10991" y="6864"/>
                    <a:pt x="11016" y="6879"/>
                    <a:pt x="11041" y="6879"/>
                  </a:cubicBezTo>
                  <a:cubicBezTo>
                    <a:pt x="11061" y="6879"/>
                    <a:pt x="11081" y="6870"/>
                    <a:pt x="11097" y="6855"/>
                  </a:cubicBezTo>
                  <a:cubicBezTo>
                    <a:pt x="11330" y="6553"/>
                    <a:pt x="11682" y="6331"/>
                    <a:pt x="12057" y="6331"/>
                  </a:cubicBezTo>
                  <a:cubicBezTo>
                    <a:pt x="12141" y="6331"/>
                    <a:pt x="12226" y="6343"/>
                    <a:pt x="12311" y="6367"/>
                  </a:cubicBezTo>
                  <a:cubicBezTo>
                    <a:pt x="12728" y="6462"/>
                    <a:pt x="13073" y="6843"/>
                    <a:pt x="13014" y="7283"/>
                  </a:cubicBezTo>
                  <a:cubicBezTo>
                    <a:pt x="12980" y="7498"/>
                    <a:pt x="12881" y="7692"/>
                    <a:pt x="12698" y="7802"/>
                  </a:cubicBezTo>
                  <a:lnTo>
                    <a:pt x="12698" y="7802"/>
                  </a:lnTo>
                  <a:cubicBezTo>
                    <a:pt x="12688" y="7804"/>
                    <a:pt x="12678" y="7805"/>
                    <a:pt x="12668" y="7807"/>
                  </a:cubicBezTo>
                  <a:cubicBezTo>
                    <a:pt x="12669" y="7811"/>
                    <a:pt x="12670" y="7814"/>
                    <a:pt x="12671" y="7818"/>
                  </a:cubicBezTo>
                  <a:lnTo>
                    <a:pt x="12671" y="7818"/>
                  </a:lnTo>
                  <a:cubicBezTo>
                    <a:pt x="12670" y="7818"/>
                    <a:pt x="12669" y="7819"/>
                    <a:pt x="12668" y="7819"/>
                  </a:cubicBezTo>
                  <a:cubicBezTo>
                    <a:pt x="12602" y="7864"/>
                    <a:pt x="12649" y="7939"/>
                    <a:pt x="12704" y="7939"/>
                  </a:cubicBezTo>
                  <a:cubicBezTo>
                    <a:pt x="12708" y="7939"/>
                    <a:pt x="12712" y="7939"/>
                    <a:pt x="12716" y="7938"/>
                  </a:cubicBezTo>
                  <a:cubicBezTo>
                    <a:pt x="12763" y="7931"/>
                    <a:pt x="12810" y="7927"/>
                    <a:pt x="12856" y="7927"/>
                  </a:cubicBezTo>
                  <a:cubicBezTo>
                    <a:pt x="13108" y="7927"/>
                    <a:pt x="13357" y="8033"/>
                    <a:pt x="13538" y="8224"/>
                  </a:cubicBezTo>
                  <a:cubicBezTo>
                    <a:pt x="13740" y="8450"/>
                    <a:pt x="13823" y="8760"/>
                    <a:pt x="13764" y="9057"/>
                  </a:cubicBezTo>
                  <a:cubicBezTo>
                    <a:pt x="13716" y="9224"/>
                    <a:pt x="13645" y="9379"/>
                    <a:pt x="13502" y="9498"/>
                  </a:cubicBezTo>
                  <a:cubicBezTo>
                    <a:pt x="13456" y="9544"/>
                    <a:pt x="13503" y="9612"/>
                    <a:pt x="13554" y="9612"/>
                  </a:cubicBezTo>
                  <a:cubicBezTo>
                    <a:pt x="13569" y="9612"/>
                    <a:pt x="13584" y="9606"/>
                    <a:pt x="13597" y="9593"/>
                  </a:cubicBezTo>
                  <a:cubicBezTo>
                    <a:pt x="13847" y="9343"/>
                    <a:pt x="13954" y="8986"/>
                    <a:pt x="13895" y="8629"/>
                  </a:cubicBezTo>
                  <a:cubicBezTo>
                    <a:pt x="13835" y="8283"/>
                    <a:pt x="13573" y="7998"/>
                    <a:pt x="13252" y="7867"/>
                  </a:cubicBezTo>
                  <a:cubicBezTo>
                    <a:pt x="13137" y="7821"/>
                    <a:pt x="13013" y="7795"/>
                    <a:pt x="12885" y="7791"/>
                  </a:cubicBezTo>
                  <a:lnTo>
                    <a:pt x="12885" y="7791"/>
                  </a:lnTo>
                  <a:cubicBezTo>
                    <a:pt x="13157" y="7506"/>
                    <a:pt x="13204" y="7043"/>
                    <a:pt x="13002" y="6700"/>
                  </a:cubicBezTo>
                  <a:cubicBezTo>
                    <a:pt x="12798" y="6372"/>
                    <a:pt x="12423" y="6196"/>
                    <a:pt x="12048" y="6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1"/>
            <p:cNvSpPr/>
            <p:nvPr/>
          </p:nvSpPr>
          <p:spPr>
            <a:xfrm>
              <a:off x="7486376" y="3042977"/>
              <a:ext cx="1371441" cy="1810540"/>
            </a:xfrm>
            <a:custGeom>
              <a:avLst/>
              <a:gdLst/>
              <a:ahLst/>
              <a:cxnLst/>
              <a:rect l="l" t="t" r="r" b="b"/>
              <a:pathLst>
                <a:path w="21682" h="28624" extrusionOk="0">
                  <a:moveTo>
                    <a:pt x="21682" y="3537"/>
                  </a:moveTo>
                  <a:lnTo>
                    <a:pt x="19967" y="3918"/>
                  </a:lnTo>
                  <a:lnTo>
                    <a:pt x="13871" y="26635"/>
                  </a:lnTo>
                  <a:lnTo>
                    <a:pt x="13871" y="26635"/>
                  </a:lnTo>
                  <a:lnTo>
                    <a:pt x="14812" y="26182"/>
                  </a:lnTo>
                  <a:lnTo>
                    <a:pt x="21682" y="3537"/>
                  </a:lnTo>
                  <a:close/>
                  <a:moveTo>
                    <a:pt x="18062" y="4334"/>
                  </a:moveTo>
                  <a:lnTo>
                    <a:pt x="15776" y="4811"/>
                  </a:lnTo>
                  <a:lnTo>
                    <a:pt x="11073" y="28040"/>
                  </a:lnTo>
                  <a:lnTo>
                    <a:pt x="12324" y="27409"/>
                  </a:lnTo>
                  <a:lnTo>
                    <a:pt x="18062" y="4334"/>
                  </a:lnTo>
                  <a:close/>
                  <a:moveTo>
                    <a:pt x="870" y="1"/>
                  </a:moveTo>
                  <a:lnTo>
                    <a:pt x="1" y="15979"/>
                  </a:lnTo>
                  <a:cubicBezTo>
                    <a:pt x="524" y="16610"/>
                    <a:pt x="1108" y="17169"/>
                    <a:pt x="1763" y="17646"/>
                  </a:cubicBezTo>
                  <a:lnTo>
                    <a:pt x="1167" y="24968"/>
                  </a:lnTo>
                  <a:lnTo>
                    <a:pt x="2560" y="25563"/>
                  </a:lnTo>
                  <a:lnTo>
                    <a:pt x="3275" y="18574"/>
                  </a:lnTo>
                  <a:cubicBezTo>
                    <a:pt x="3965" y="18896"/>
                    <a:pt x="4704" y="19158"/>
                    <a:pt x="5477" y="19312"/>
                  </a:cubicBezTo>
                  <a:cubicBezTo>
                    <a:pt x="5513" y="19312"/>
                    <a:pt x="5537" y="19336"/>
                    <a:pt x="5573" y="19336"/>
                  </a:cubicBezTo>
                  <a:lnTo>
                    <a:pt x="4477" y="26373"/>
                  </a:lnTo>
                  <a:lnTo>
                    <a:pt x="5954" y="26992"/>
                  </a:lnTo>
                  <a:lnTo>
                    <a:pt x="7323" y="19479"/>
                  </a:lnTo>
                  <a:cubicBezTo>
                    <a:pt x="8216" y="19479"/>
                    <a:pt x="9109" y="19348"/>
                    <a:pt x="9978" y="19074"/>
                  </a:cubicBezTo>
                  <a:lnTo>
                    <a:pt x="9978" y="19074"/>
                  </a:lnTo>
                  <a:cubicBezTo>
                    <a:pt x="9442" y="21968"/>
                    <a:pt x="8621" y="26242"/>
                    <a:pt x="8299" y="27944"/>
                  </a:cubicBezTo>
                  <a:lnTo>
                    <a:pt x="9859" y="28623"/>
                  </a:lnTo>
                  <a:lnTo>
                    <a:pt x="14264" y="5120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1"/>
            <p:cNvSpPr/>
            <p:nvPr/>
          </p:nvSpPr>
          <p:spPr>
            <a:xfrm>
              <a:off x="7585430" y="3405983"/>
              <a:ext cx="578444" cy="573131"/>
            </a:xfrm>
            <a:custGeom>
              <a:avLst/>
              <a:gdLst/>
              <a:ahLst/>
              <a:cxnLst/>
              <a:rect l="l" t="t" r="r" b="b"/>
              <a:pathLst>
                <a:path w="9145" h="9061" extrusionOk="0">
                  <a:moveTo>
                    <a:pt x="3906" y="0"/>
                  </a:moveTo>
                  <a:lnTo>
                    <a:pt x="3334" y="1357"/>
                  </a:lnTo>
                  <a:lnTo>
                    <a:pt x="2001" y="750"/>
                  </a:lnTo>
                  <a:lnTo>
                    <a:pt x="2072" y="2203"/>
                  </a:lnTo>
                  <a:lnTo>
                    <a:pt x="608" y="2238"/>
                  </a:lnTo>
                  <a:lnTo>
                    <a:pt x="1310" y="3524"/>
                  </a:lnTo>
                  <a:lnTo>
                    <a:pt x="1" y="4179"/>
                  </a:lnTo>
                  <a:lnTo>
                    <a:pt x="1191" y="5048"/>
                  </a:lnTo>
                  <a:lnTo>
                    <a:pt x="298" y="6203"/>
                  </a:lnTo>
                  <a:lnTo>
                    <a:pt x="1739" y="6465"/>
                  </a:lnTo>
                  <a:lnTo>
                    <a:pt x="1441" y="7894"/>
                  </a:lnTo>
                  <a:lnTo>
                    <a:pt x="2858" y="7489"/>
                  </a:lnTo>
                  <a:lnTo>
                    <a:pt x="3215" y="8918"/>
                  </a:lnTo>
                  <a:lnTo>
                    <a:pt x="4299" y="7953"/>
                  </a:lnTo>
                  <a:lnTo>
                    <a:pt x="5239" y="9061"/>
                  </a:lnTo>
                  <a:lnTo>
                    <a:pt x="5811" y="7727"/>
                  </a:lnTo>
                  <a:lnTo>
                    <a:pt x="7144" y="8334"/>
                  </a:lnTo>
                  <a:lnTo>
                    <a:pt x="7073" y="6858"/>
                  </a:lnTo>
                  <a:lnTo>
                    <a:pt x="8526" y="6834"/>
                  </a:lnTo>
                  <a:lnTo>
                    <a:pt x="7823" y="5548"/>
                  </a:lnTo>
                  <a:lnTo>
                    <a:pt x="9145" y="4894"/>
                  </a:lnTo>
                  <a:lnTo>
                    <a:pt x="7954" y="4036"/>
                  </a:lnTo>
                  <a:lnTo>
                    <a:pt x="8847" y="2869"/>
                  </a:lnTo>
                  <a:lnTo>
                    <a:pt x="7394" y="2619"/>
                  </a:lnTo>
                  <a:lnTo>
                    <a:pt x="7692" y="1191"/>
                  </a:lnTo>
                  <a:lnTo>
                    <a:pt x="6287" y="1584"/>
                  </a:lnTo>
                  <a:lnTo>
                    <a:pt x="5930" y="167"/>
                  </a:lnTo>
                  <a:lnTo>
                    <a:pt x="4835" y="113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rgbClr val="1A0A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4" name="Google Shape;1464;p51"/>
          <p:cNvGrpSpPr/>
          <p:nvPr/>
        </p:nvGrpSpPr>
        <p:grpSpPr>
          <a:xfrm rot="632443">
            <a:off x="-161117" y="3833860"/>
            <a:ext cx="1127196" cy="2010178"/>
            <a:chOff x="-195669" y="1952562"/>
            <a:chExt cx="1015277" cy="1810588"/>
          </a:xfrm>
        </p:grpSpPr>
        <p:sp>
          <p:nvSpPr>
            <p:cNvPr id="1465" name="Google Shape;1465;p51"/>
            <p:cNvSpPr/>
            <p:nvPr/>
          </p:nvSpPr>
          <p:spPr>
            <a:xfrm>
              <a:off x="-195669" y="1952562"/>
              <a:ext cx="1015277" cy="1810588"/>
            </a:xfrm>
            <a:custGeom>
              <a:avLst/>
              <a:gdLst/>
              <a:ahLst/>
              <a:cxnLst/>
              <a:rect l="l" t="t" r="r" b="b"/>
              <a:pathLst>
                <a:path w="22135" h="39470" extrusionOk="0">
                  <a:moveTo>
                    <a:pt x="10776" y="1"/>
                  </a:moveTo>
                  <a:cubicBezTo>
                    <a:pt x="10323" y="1"/>
                    <a:pt x="9871" y="167"/>
                    <a:pt x="9513" y="477"/>
                  </a:cubicBezTo>
                  <a:cubicBezTo>
                    <a:pt x="9132" y="810"/>
                    <a:pt x="8894" y="1298"/>
                    <a:pt x="8847" y="1810"/>
                  </a:cubicBezTo>
                  <a:lnTo>
                    <a:pt x="8454" y="7168"/>
                  </a:lnTo>
                  <a:cubicBezTo>
                    <a:pt x="6585" y="7192"/>
                    <a:pt x="4918" y="7406"/>
                    <a:pt x="3608" y="7775"/>
                  </a:cubicBezTo>
                  <a:cubicBezTo>
                    <a:pt x="2763" y="8013"/>
                    <a:pt x="2084" y="8299"/>
                    <a:pt x="1548" y="8668"/>
                  </a:cubicBezTo>
                  <a:cubicBezTo>
                    <a:pt x="477" y="9406"/>
                    <a:pt x="203" y="10299"/>
                    <a:pt x="155" y="10930"/>
                  </a:cubicBezTo>
                  <a:lnTo>
                    <a:pt x="48" y="12371"/>
                  </a:lnTo>
                  <a:cubicBezTo>
                    <a:pt x="0" y="12978"/>
                    <a:pt x="143" y="13800"/>
                    <a:pt x="881" y="14609"/>
                  </a:cubicBezTo>
                  <a:lnTo>
                    <a:pt x="2584" y="35838"/>
                  </a:lnTo>
                  <a:cubicBezTo>
                    <a:pt x="2620" y="36374"/>
                    <a:pt x="2882" y="36874"/>
                    <a:pt x="3298" y="37196"/>
                  </a:cubicBezTo>
                  <a:cubicBezTo>
                    <a:pt x="3370" y="37255"/>
                    <a:pt x="4096" y="37827"/>
                    <a:pt x="5287" y="38374"/>
                  </a:cubicBezTo>
                  <a:cubicBezTo>
                    <a:pt x="6846" y="39101"/>
                    <a:pt x="8597" y="39470"/>
                    <a:pt x="10299" y="39470"/>
                  </a:cubicBezTo>
                  <a:cubicBezTo>
                    <a:pt x="12347" y="39470"/>
                    <a:pt x="14371" y="38970"/>
                    <a:pt x="16348" y="37958"/>
                  </a:cubicBezTo>
                  <a:cubicBezTo>
                    <a:pt x="16895" y="37672"/>
                    <a:pt x="17264" y="37148"/>
                    <a:pt x="17372" y="36541"/>
                  </a:cubicBezTo>
                  <a:lnTo>
                    <a:pt x="20801" y="16086"/>
                  </a:lnTo>
                  <a:cubicBezTo>
                    <a:pt x="21670" y="15407"/>
                    <a:pt x="21932" y="14598"/>
                    <a:pt x="21967" y="13990"/>
                  </a:cubicBezTo>
                  <a:lnTo>
                    <a:pt x="22075" y="12550"/>
                  </a:lnTo>
                  <a:cubicBezTo>
                    <a:pt x="22134" y="11859"/>
                    <a:pt x="21944" y="10847"/>
                    <a:pt x="20801" y="9895"/>
                  </a:cubicBezTo>
                  <a:cubicBezTo>
                    <a:pt x="20229" y="9442"/>
                    <a:pt x="19467" y="9025"/>
                    <a:pt x="18538" y="8668"/>
                  </a:cubicBezTo>
                  <a:cubicBezTo>
                    <a:pt x="17300" y="8192"/>
                    <a:pt x="15740" y="7799"/>
                    <a:pt x="14026" y="7537"/>
                  </a:cubicBezTo>
                  <a:lnTo>
                    <a:pt x="14407" y="2203"/>
                  </a:lnTo>
                  <a:cubicBezTo>
                    <a:pt x="14490" y="1132"/>
                    <a:pt x="13681" y="191"/>
                    <a:pt x="12609" y="120"/>
                  </a:cubicBezTo>
                  <a:lnTo>
                    <a:pt x="10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1"/>
            <p:cNvSpPr/>
            <p:nvPr/>
          </p:nvSpPr>
          <p:spPr>
            <a:xfrm>
              <a:off x="-71184" y="2554455"/>
              <a:ext cx="753144" cy="1119748"/>
            </a:xfrm>
            <a:custGeom>
              <a:avLst/>
              <a:gdLst/>
              <a:ahLst/>
              <a:cxnLst/>
              <a:rect l="l" t="t" r="r" b="b"/>
              <a:pathLst>
                <a:path w="16420" h="24410" extrusionOk="0">
                  <a:moveTo>
                    <a:pt x="1" y="0"/>
                  </a:moveTo>
                  <a:lnTo>
                    <a:pt x="1799" y="22574"/>
                  </a:lnTo>
                  <a:cubicBezTo>
                    <a:pt x="1799" y="22574"/>
                    <a:pt x="4063" y="24409"/>
                    <a:pt x="7575" y="24409"/>
                  </a:cubicBezTo>
                  <a:cubicBezTo>
                    <a:pt x="9091" y="24409"/>
                    <a:pt x="10841" y="24067"/>
                    <a:pt x="12741" y="23086"/>
                  </a:cubicBezTo>
                  <a:lnTo>
                    <a:pt x="16420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7" name="Google Shape;1467;p51"/>
            <p:cNvGrpSpPr/>
            <p:nvPr/>
          </p:nvGrpSpPr>
          <p:grpSpPr>
            <a:xfrm>
              <a:off x="-71184" y="2555005"/>
              <a:ext cx="745484" cy="1119748"/>
              <a:chOff x="2911300" y="-1408675"/>
              <a:chExt cx="406325" cy="610250"/>
            </a:xfrm>
          </p:grpSpPr>
          <p:sp>
            <p:nvSpPr>
              <p:cNvPr id="1468" name="Google Shape;1468;p51"/>
              <p:cNvSpPr/>
              <p:nvPr/>
            </p:nvSpPr>
            <p:spPr>
              <a:xfrm>
                <a:off x="2954175" y="-875575"/>
                <a:ext cx="2759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3086" extrusionOk="0">
                    <a:moveTo>
                      <a:pt x="0" y="0"/>
                    </a:moveTo>
                    <a:lnTo>
                      <a:pt x="96" y="1250"/>
                    </a:lnTo>
                    <a:cubicBezTo>
                      <a:pt x="96" y="1250"/>
                      <a:pt x="1274" y="2203"/>
                      <a:pt x="3251" y="2739"/>
                    </a:cubicBezTo>
                    <a:cubicBezTo>
                      <a:pt x="3168" y="2751"/>
                      <a:pt x="4703" y="3072"/>
                      <a:pt x="5537" y="3084"/>
                    </a:cubicBezTo>
                    <a:cubicBezTo>
                      <a:pt x="5608" y="3085"/>
                      <a:pt x="5680" y="3085"/>
                      <a:pt x="5751" y="3085"/>
                    </a:cubicBezTo>
                    <a:cubicBezTo>
                      <a:pt x="7508" y="3085"/>
                      <a:pt x="9069" y="2793"/>
                      <a:pt x="11026" y="1786"/>
                    </a:cubicBezTo>
                    <a:lnTo>
                      <a:pt x="11038" y="16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1"/>
              <p:cNvSpPr/>
              <p:nvPr/>
            </p:nvSpPr>
            <p:spPr>
              <a:xfrm>
                <a:off x="2945250" y="-984525"/>
                <a:ext cx="302725" cy="100325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4013" extrusionOk="0">
                    <a:moveTo>
                      <a:pt x="0" y="0"/>
                    </a:moveTo>
                    <a:lnTo>
                      <a:pt x="179" y="2275"/>
                    </a:lnTo>
                    <a:lnTo>
                      <a:pt x="11740" y="4013"/>
                    </a:lnTo>
                    <a:lnTo>
                      <a:pt x="12109" y="1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1"/>
              <p:cNvSpPr/>
              <p:nvPr/>
            </p:nvSpPr>
            <p:spPr>
              <a:xfrm>
                <a:off x="2936625" y="-1093475"/>
                <a:ext cx="3289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13157" h="4180" extrusionOk="0">
                    <a:moveTo>
                      <a:pt x="0" y="1"/>
                    </a:moveTo>
                    <a:lnTo>
                      <a:pt x="179" y="2275"/>
                    </a:lnTo>
                    <a:lnTo>
                      <a:pt x="12787" y="4180"/>
                    </a:lnTo>
                    <a:lnTo>
                      <a:pt x="13156" y="19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1"/>
              <p:cNvSpPr/>
              <p:nvPr/>
            </p:nvSpPr>
            <p:spPr>
              <a:xfrm>
                <a:off x="2911300" y="-1408675"/>
                <a:ext cx="406325" cy="104200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4168" extrusionOk="0">
                    <a:moveTo>
                      <a:pt x="1" y="0"/>
                    </a:moveTo>
                    <a:lnTo>
                      <a:pt x="144" y="1798"/>
                    </a:lnTo>
                    <a:lnTo>
                      <a:pt x="15896" y="4167"/>
                    </a:lnTo>
                    <a:lnTo>
                      <a:pt x="16253" y="1965"/>
                    </a:lnTo>
                    <a:lnTo>
                      <a:pt x="5180" y="2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51"/>
              <p:cNvSpPr/>
              <p:nvPr/>
            </p:nvSpPr>
            <p:spPr>
              <a:xfrm>
                <a:off x="2927675" y="-1202700"/>
                <a:ext cx="354850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4194" h="4335" extrusionOk="0">
                    <a:moveTo>
                      <a:pt x="1" y="0"/>
                    </a:moveTo>
                    <a:lnTo>
                      <a:pt x="191" y="2286"/>
                    </a:lnTo>
                    <a:lnTo>
                      <a:pt x="13836" y="4334"/>
                    </a:lnTo>
                    <a:lnTo>
                      <a:pt x="14193" y="2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51"/>
              <p:cNvSpPr/>
              <p:nvPr/>
            </p:nvSpPr>
            <p:spPr>
              <a:xfrm>
                <a:off x="2919050" y="-1311650"/>
                <a:ext cx="381025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4502" extrusionOk="0">
                    <a:moveTo>
                      <a:pt x="1" y="1"/>
                    </a:moveTo>
                    <a:lnTo>
                      <a:pt x="179" y="2275"/>
                    </a:lnTo>
                    <a:lnTo>
                      <a:pt x="14883" y="4501"/>
                    </a:lnTo>
                    <a:lnTo>
                      <a:pt x="15241" y="22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4" name="Google Shape;1474;p51"/>
            <p:cNvSpPr/>
            <p:nvPr/>
          </p:nvSpPr>
          <p:spPr>
            <a:xfrm>
              <a:off x="-108841" y="2436562"/>
              <a:ext cx="835568" cy="242390"/>
            </a:xfrm>
            <a:custGeom>
              <a:avLst/>
              <a:gdLst/>
              <a:ahLst/>
              <a:cxnLst/>
              <a:rect l="l" t="t" r="r" b="b"/>
              <a:pathLst>
                <a:path w="18217" h="5284" extrusionOk="0">
                  <a:moveTo>
                    <a:pt x="7066" y="0"/>
                  </a:moveTo>
                  <a:cubicBezTo>
                    <a:pt x="3155" y="0"/>
                    <a:pt x="198" y="789"/>
                    <a:pt x="108" y="1987"/>
                  </a:cubicBezTo>
                  <a:cubicBezTo>
                    <a:pt x="0" y="3392"/>
                    <a:pt x="3941" y="4844"/>
                    <a:pt x="8930" y="5201"/>
                  </a:cubicBezTo>
                  <a:cubicBezTo>
                    <a:pt x="9701" y="5257"/>
                    <a:pt x="10450" y="5283"/>
                    <a:pt x="11168" y="5283"/>
                  </a:cubicBezTo>
                  <a:cubicBezTo>
                    <a:pt x="15086" y="5283"/>
                    <a:pt x="18043" y="4494"/>
                    <a:pt x="18134" y="3296"/>
                  </a:cubicBezTo>
                  <a:cubicBezTo>
                    <a:pt x="18217" y="1880"/>
                    <a:pt x="14276" y="439"/>
                    <a:pt x="9299" y="82"/>
                  </a:cubicBezTo>
                  <a:cubicBezTo>
                    <a:pt x="8531" y="27"/>
                    <a:pt x="7782" y="0"/>
                    <a:pt x="7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1"/>
            <p:cNvSpPr/>
            <p:nvPr/>
          </p:nvSpPr>
          <p:spPr>
            <a:xfrm>
              <a:off x="-105034" y="2461058"/>
              <a:ext cx="832312" cy="127296"/>
            </a:xfrm>
            <a:custGeom>
              <a:avLst/>
              <a:gdLst/>
              <a:ahLst/>
              <a:cxnLst/>
              <a:rect l="l" t="t" r="r" b="b"/>
              <a:pathLst>
                <a:path w="18146" h="2775" extrusionOk="0">
                  <a:moveTo>
                    <a:pt x="108" y="0"/>
                  </a:moveTo>
                  <a:lnTo>
                    <a:pt x="1" y="1453"/>
                  </a:lnTo>
                  <a:lnTo>
                    <a:pt x="18039" y="2774"/>
                  </a:lnTo>
                  <a:lnTo>
                    <a:pt x="18146" y="132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1"/>
            <p:cNvSpPr/>
            <p:nvPr/>
          </p:nvSpPr>
          <p:spPr>
            <a:xfrm>
              <a:off x="-103934" y="2370277"/>
              <a:ext cx="836165" cy="242528"/>
            </a:xfrm>
            <a:custGeom>
              <a:avLst/>
              <a:gdLst/>
              <a:ahLst/>
              <a:cxnLst/>
              <a:rect l="l" t="t" r="r" b="b"/>
              <a:pathLst>
                <a:path w="18230" h="5287" extrusionOk="0">
                  <a:moveTo>
                    <a:pt x="7032" y="0"/>
                  </a:moveTo>
                  <a:cubicBezTo>
                    <a:pt x="3135" y="0"/>
                    <a:pt x="188" y="797"/>
                    <a:pt x="108" y="1991"/>
                  </a:cubicBezTo>
                  <a:cubicBezTo>
                    <a:pt x="1" y="3396"/>
                    <a:pt x="3942" y="4849"/>
                    <a:pt x="8930" y="5206"/>
                  </a:cubicBezTo>
                  <a:cubicBezTo>
                    <a:pt x="9693" y="5261"/>
                    <a:pt x="10435" y="5287"/>
                    <a:pt x="11147" y="5287"/>
                  </a:cubicBezTo>
                  <a:cubicBezTo>
                    <a:pt x="15069" y="5287"/>
                    <a:pt x="18041" y="4490"/>
                    <a:pt x="18122" y="3301"/>
                  </a:cubicBezTo>
                  <a:cubicBezTo>
                    <a:pt x="18229" y="1884"/>
                    <a:pt x="14276" y="443"/>
                    <a:pt x="9299" y="86"/>
                  </a:cubicBezTo>
                  <a:cubicBezTo>
                    <a:pt x="8519" y="28"/>
                    <a:pt x="7759" y="0"/>
                    <a:pt x="7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1"/>
            <p:cNvSpPr/>
            <p:nvPr/>
          </p:nvSpPr>
          <p:spPr>
            <a:xfrm>
              <a:off x="265804" y="2042151"/>
              <a:ext cx="109256" cy="449000"/>
            </a:xfrm>
            <a:custGeom>
              <a:avLst/>
              <a:gdLst/>
              <a:ahLst/>
              <a:cxnLst/>
              <a:rect l="l" t="t" r="r" b="b"/>
              <a:pathLst>
                <a:path w="2382" h="9788" extrusionOk="0">
                  <a:moveTo>
                    <a:pt x="715" y="0"/>
                  </a:moveTo>
                  <a:lnTo>
                    <a:pt x="0" y="9668"/>
                  </a:lnTo>
                  <a:lnTo>
                    <a:pt x="1679" y="9787"/>
                  </a:lnTo>
                  <a:lnTo>
                    <a:pt x="2381" y="119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8" name="Google Shape;1478;p51"/>
            <p:cNvGrpSpPr/>
            <p:nvPr/>
          </p:nvGrpSpPr>
          <p:grpSpPr>
            <a:xfrm>
              <a:off x="266859" y="2041600"/>
              <a:ext cx="109302" cy="449000"/>
              <a:chOff x="3095550" y="-1688475"/>
              <a:chExt cx="59575" cy="244700"/>
            </a:xfrm>
          </p:grpSpPr>
          <p:sp>
            <p:nvSpPr>
              <p:cNvPr id="1479" name="Google Shape;1479;p51"/>
              <p:cNvSpPr/>
              <p:nvPr/>
            </p:nvSpPr>
            <p:spPr>
              <a:xfrm>
                <a:off x="3095550" y="-1514050"/>
                <a:ext cx="42600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2811" extrusionOk="0">
                    <a:moveTo>
                      <a:pt x="191" y="0"/>
                    </a:moveTo>
                    <a:lnTo>
                      <a:pt x="1" y="2691"/>
                    </a:lnTo>
                    <a:lnTo>
                      <a:pt x="1680" y="2810"/>
                    </a:lnTo>
                    <a:lnTo>
                      <a:pt x="1704" y="2441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1"/>
              <p:cNvSpPr/>
              <p:nvPr/>
            </p:nvSpPr>
            <p:spPr>
              <a:xfrm>
                <a:off x="3112225" y="-1688475"/>
                <a:ext cx="42900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846" extrusionOk="0">
                    <a:moveTo>
                      <a:pt x="25" y="0"/>
                    </a:moveTo>
                    <a:lnTo>
                      <a:pt x="1" y="405"/>
                    </a:lnTo>
                    <a:lnTo>
                      <a:pt x="1513" y="2846"/>
                    </a:lnTo>
                    <a:lnTo>
                      <a:pt x="1715" y="11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1"/>
              <p:cNvSpPr/>
              <p:nvPr/>
            </p:nvSpPr>
            <p:spPr>
              <a:xfrm>
                <a:off x="3103600" y="-1633425"/>
                <a:ext cx="43175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323" extrusionOk="0">
                    <a:moveTo>
                      <a:pt x="215" y="1"/>
                    </a:moveTo>
                    <a:lnTo>
                      <a:pt x="0" y="2882"/>
                    </a:lnTo>
                    <a:lnTo>
                      <a:pt x="1524" y="5323"/>
                    </a:lnTo>
                    <a:lnTo>
                      <a:pt x="1727" y="244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" grpId="0" animBg="1"/>
      <p:bldP spid="145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77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119" name="Google Shape;2119;p77"/>
          <p:cNvSpPr txBox="1">
            <a:spLocks noGrp="1"/>
          </p:cNvSpPr>
          <p:nvPr>
            <p:ph type="subTitle" idx="1"/>
          </p:nvPr>
        </p:nvSpPr>
        <p:spPr>
          <a:xfrm>
            <a:off x="2347900" y="1807355"/>
            <a:ext cx="4448100" cy="10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Lobster"/>
                <a:ea typeface="Lobster"/>
                <a:cs typeface="Lobster"/>
                <a:sym typeface="Lobster"/>
              </a:rPr>
              <a:t>Do you have any questions?</a:t>
            </a:r>
            <a:endParaRPr sz="2000" dirty="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120" name="Google Shape;2120;p77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Please keep this slide for attribution</a:t>
            </a:r>
            <a:endParaRPr sz="120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2121" name="Google Shape;2121;p77"/>
          <p:cNvSpPr/>
          <p:nvPr/>
        </p:nvSpPr>
        <p:spPr>
          <a:xfrm>
            <a:off x="5390662" y="3127999"/>
            <a:ext cx="347868" cy="286326"/>
          </a:xfrm>
          <a:custGeom>
            <a:avLst/>
            <a:gdLst/>
            <a:ahLst/>
            <a:cxnLst/>
            <a:rect l="l" t="t" r="r" b="b"/>
            <a:pathLst>
              <a:path w="8688" h="7151" extrusionOk="0">
                <a:moveTo>
                  <a:pt x="5678" y="0"/>
                </a:moveTo>
                <a:cubicBezTo>
                  <a:pt x="4639" y="0"/>
                  <a:pt x="3643" y="810"/>
                  <a:pt x="3652" y="2026"/>
                </a:cubicBezTo>
                <a:lnTo>
                  <a:pt x="3652" y="2070"/>
                </a:lnTo>
                <a:lnTo>
                  <a:pt x="3551" y="2070"/>
                </a:lnTo>
                <a:cubicBezTo>
                  <a:pt x="3219" y="2012"/>
                  <a:pt x="2887" y="1940"/>
                  <a:pt x="2570" y="1839"/>
                </a:cubicBezTo>
                <a:cubicBezTo>
                  <a:pt x="1819" y="1579"/>
                  <a:pt x="1155" y="1160"/>
                  <a:pt x="592" y="612"/>
                </a:cubicBezTo>
                <a:lnTo>
                  <a:pt x="390" y="410"/>
                </a:lnTo>
                <a:cubicBezTo>
                  <a:pt x="375" y="395"/>
                  <a:pt x="358" y="388"/>
                  <a:pt x="342" y="388"/>
                </a:cubicBezTo>
                <a:cubicBezTo>
                  <a:pt x="312" y="388"/>
                  <a:pt x="284" y="410"/>
                  <a:pt x="275" y="438"/>
                </a:cubicBezTo>
                <a:lnTo>
                  <a:pt x="202" y="727"/>
                </a:lnTo>
                <a:cubicBezTo>
                  <a:pt x="0" y="1492"/>
                  <a:pt x="318" y="2301"/>
                  <a:pt x="982" y="2734"/>
                </a:cubicBezTo>
                <a:cubicBezTo>
                  <a:pt x="852" y="2734"/>
                  <a:pt x="708" y="2719"/>
                  <a:pt x="578" y="2690"/>
                </a:cubicBezTo>
                <a:lnTo>
                  <a:pt x="332" y="2633"/>
                </a:lnTo>
                <a:cubicBezTo>
                  <a:pt x="327" y="2631"/>
                  <a:pt x="321" y="2630"/>
                  <a:pt x="315" y="2630"/>
                </a:cubicBezTo>
                <a:cubicBezTo>
                  <a:pt x="278" y="2630"/>
                  <a:pt x="246" y="2667"/>
                  <a:pt x="246" y="2705"/>
                </a:cubicBezTo>
                <a:lnTo>
                  <a:pt x="289" y="2950"/>
                </a:lnTo>
                <a:cubicBezTo>
                  <a:pt x="390" y="3513"/>
                  <a:pt x="751" y="3990"/>
                  <a:pt x="1256" y="4221"/>
                </a:cubicBezTo>
                <a:cubicBezTo>
                  <a:pt x="1314" y="4249"/>
                  <a:pt x="1299" y="4336"/>
                  <a:pt x="1242" y="4350"/>
                </a:cubicBezTo>
                <a:lnTo>
                  <a:pt x="967" y="4350"/>
                </a:lnTo>
                <a:cubicBezTo>
                  <a:pt x="910" y="4365"/>
                  <a:pt x="881" y="4408"/>
                  <a:pt x="910" y="4452"/>
                </a:cubicBezTo>
                <a:lnTo>
                  <a:pt x="1040" y="4697"/>
                </a:lnTo>
                <a:cubicBezTo>
                  <a:pt x="1314" y="5173"/>
                  <a:pt x="1790" y="5491"/>
                  <a:pt x="2324" y="5563"/>
                </a:cubicBezTo>
                <a:cubicBezTo>
                  <a:pt x="2382" y="5577"/>
                  <a:pt x="2397" y="5650"/>
                  <a:pt x="2353" y="5693"/>
                </a:cubicBezTo>
                <a:cubicBezTo>
                  <a:pt x="1891" y="6025"/>
                  <a:pt x="1357" y="6256"/>
                  <a:pt x="794" y="6357"/>
                </a:cubicBezTo>
                <a:lnTo>
                  <a:pt x="188" y="6458"/>
                </a:lnTo>
                <a:cubicBezTo>
                  <a:pt x="116" y="6472"/>
                  <a:pt x="116" y="6559"/>
                  <a:pt x="174" y="6588"/>
                </a:cubicBezTo>
                <a:lnTo>
                  <a:pt x="751" y="6804"/>
                </a:lnTo>
                <a:cubicBezTo>
                  <a:pt x="1328" y="7035"/>
                  <a:pt x="1949" y="7151"/>
                  <a:pt x="2570" y="7151"/>
                </a:cubicBezTo>
                <a:cubicBezTo>
                  <a:pt x="5385" y="7136"/>
                  <a:pt x="7680" y="4870"/>
                  <a:pt x="7694" y="2055"/>
                </a:cubicBezTo>
                <a:lnTo>
                  <a:pt x="7694" y="2026"/>
                </a:lnTo>
                <a:lnTo>
                  <a:pt x="7694" y="1983"/>
                </a:lnTo>
                <a:lnTo>
                  <a:pt x="7694" y="1969"/>
                </a:lnTo>
                <a:cubicBezTo>
                  <a:pt x="7896" y="1839"/>
                  <a:pt x="8070" y="1680"/>
                  <a:pt x="8243" y="1507"/>
                </a:cubicBezTo>
                <a:lnTo>
                  <a:pt x="8647" y="1088"/>
                </a:lnTo>
                <a:cubicBezTo>
                  <a:pt x="8687" y="1048"/>
                  <a:pt x="8653" y="971"/>
                  <a:pt x="8591" y="971"/>
                </a:cubicBezTo>
                <a:cubicBezTo>
                  <a:pt x="8586" y="971"/>
                  <a:pt x="8580" y="971"/>
                  <a:pt x="8575" y="973"/>
                </a:cubicBezTo>
                <a:lnTo>
                  <a:pt x="8012" y="1117"/>
                </a:lnTo>
                <a:lnTo>
                  <a:pt x="7824" y="1146"/>
                </a:lnTo>
                <a:cubicBezTo>
                  <a:pt x="7820" y="1147"/>
                  <a:pt x="7816" y="1147"/>
                  <a:pt x="7812" y="1147"/>
                </a:cubicBezTo>
                <a:cubicBezTo>
                  <a:pt x="7761" y="1147"/>
                  <a:pt x="7728" y="1070"/>
                  <a:pt x="7781" y="1030"/>
                </a:cubicBezTo>
                <a:cubicBezTo>
                  <a:pt x="7839" y="973"/>
                  <a:pt x="7896" y="915"/>
                  <a:pt x="7954" y="857"/>
                </a:cubicBezTo>
                <a:lnTo>
                  <a:pt x="8402" y="366"/>
                </a:lnTo>
                <a:cubicBezTo>
                  <a:pt x="8439" y="329"/>
                  <a:pt x="8401" y="259"/>
                  <a:pt x="8353" y="259"/>
                </a:cubicBezTo>
                <a:cubicBezTo>
                  <a:pt x="8346" y="259"/>
                  <a:pt x="8338" y="261"/>
                  <a:pt x="8330" y="265"/>
                </a:cubicBezTo>
                <a:lnTo>
                  <a:pt x="7709" y="467"/>
                </a:lnTo>
                <a:cubicBezTo>
                  <a:pt x="7521" y="525"/>
                  <a:pt x="7334" y="583"/>
                  <a:pt x="7131" y="612"/>
                </a:cubicBezTo>
                <a:cubicBezTo>
                  <a:pt x="7117" y="612"/>
                  <a:pt x="7088" y="597"/>
                  <a:pt x="7074" y="583"/>
                </a:cubicBezTo>
                <a:cubicBezTo>
                  <a:pt x="6667" y="180"/>
                  <a:pt x="6168" y="0"/>
                  <a:pt x="567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2" name="Google Shape;2122;p77"/>
          <p:cNvGrpSpPr/>
          <p:nvPr/>
        </p:nvGrpSpPr>
        <p:grpSpPr>
          <a:xfrm>
            <a:off x="4458573" y="3116709"/>
            <a:ext cx="309074" cy="309049"/>
            <a:chOff x="935197" y="1793977"/>
            <a:chExt cx="256451" cy="256430"/>
          </a:xfrm>
        </p:grpSpPr>
        <p:sp>
          <p:nvSpPr>
            <p:cNvPr id="2123" name="Google Shape;2123;p77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77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5" name="Google Shape;2125;p77"/>
          <p:cNvSpPr/>
          <p:nvPr/>
        </p:nvSpPr>
        <p:spPr>
          <a:xfrm>
            <a:off x="3587075" y="3067874"/>
            <a:ext cx="248505" cy="357885"/>
          </a:xfrm>
          <a:custGeom>
            <a:avLst/>
            <a:gdLst/>
            <a:ahLst/>
            <a:cxnLst/>
            <a:rect l="l" t="t" r="r" b="b"/>
            <a:pathLst>
              <a:path w="7407" h="10668" extrusionOk="0">
                <a:moveTo>
                  <a:pt x="6208" y="0"/>
                </a:moveTo>
                <a:cubicBezTo>
                  <a:pt x="4086" y="14"/>
                  <a:pt x="2079" y="1732"/>
                  <a:pt x="2079" y="3854"/>
                </a:cubicBezTo>
                <a:lnTo>
                  <a:pt x="2079" y="4114"/>
                </a:lnTo>
                <a:cubicBezTo>
                  <a:pt x="2079" y="4129"/>
                  <a:pt x="2051" y="4157"/>
                  <a:pt x="2036" y="4157"/>
                </a:cubicBezTo>
                <a:lnTo>
                  <a:pt x="174" y="4157"/>
                </a:lnTo>
                <a:cubicBezTo>
                  <a:pt x="73" y="4157"/>
                  <a:pt x="1" y="4230"/>
                  <a:pt x="1" y="4331"/>
                </a:cubicBezTo>
                <a:lnTo>
                  <a:pt x="1" y="6048"/>
                </a:lnTo>
                <a:cubicBezTo>
                  <a:pt x="1" y="6149"/>
                  <a:pt x="73" y="6236"/>
                  <a:pt x="174" y="6236"/>
                </a:cubicBezTo>
                <a:lnTo>
                  <a:pt x="2036" y="6236"/>
                </a:lnTo>
                <a:cubicBezTo>
                  <a:pt x="2051" y="6236"/>
                  <a:pt x="2079" y="6251"/>
                  <a:pt x="2079" y="6279"/>
                </a:cubicBezTo>
                <a:lnTo>
                  <a:pt x="2079" y="10220"/>
                </a:lnTo>
                <a:cubicBezTo>
                  <a:pt x="2079" y="10235"/>
                  <a:pt x="2079" y="10249"/>
                  <a:pt x="2108" y="10264"/>
                </a:cubicBezTo>
                <a:cubicBezTo>
                  <a:pt x="2743" y="10495"/>
                  <a:pt x="3422" y="10624"/>
                  <a:pt x="4100" y="10668"/>
                </a:cubicBezTo>
                <a:cubicBezTo>
                  <a:pt x="4129" y="10668"/>
                  <a:pt x="4144" y="10639"/>
                  <a:pt x="4144" y="10624"/>
                </a:cubicBezTo>
                <a:lnTo>
                  <a:pt x="4144" y="6279"/>
                </a:lnTo>
                <a:cubicBezTo>
                  <a:pt x="4144" y="6251"/>
                  <a:pt x="4158" y="6236"/>
                  <a:pt x="4187" y="6236"/>
                </a:cubicBezTo>
                <a:lnTo>
                  <a:pt x="7218" y="6236"/>
                </a:lnTo>
                <a:cubicBezTo>
                  <a:pt x="7319" y="6236"/>
                  <a:pt x="7406" y="6149"/>
                  <a:pt x="7406" y="6048"/>
                </a:cubicBezTo>
                <a:lnTo>
                  <a:pt x="7406" y="4331"/>
                </a:lnTo>
                <a:cubicBezTo>
                  <a:pt x="7406" y="4230"/>
                  <a:pt x="7319" y="4143"/>
                  <a:pt x="7218" y="4143"/>
                </a:cubicBezTo>
                <a:lnTo>
                  <a:pt x="4187" y="4143"/>
                </a:lnTo>
                <a:cubicBezTo>
                  <a:pt x="4158" y="4143"/>
                  <a:pt x="4144" y="4129"/>
                  <a:pt x="4144" y="4100"/>
                </a:cubicBezTo>
                <a:lnTo>
                  <a:pt x="4144" y="3854"/>
                </a:lnTo>
                <a:cubicBezTo>
                  <a:pt x="4144" y="2714"/>
                  <a:pt x="5068" y="2079"/>
                  <a:pt x="6208" y="2079"/>
                </a:cubicBezTo>
                <a:lnTo>
                  <a:pt x="7218" y="2079"/>
                </a:lnTo>
                <a:cubicBezTo>
                  <a:pt x="7319" y="2079"/>
                  <a:pt x="7406" y="1992"/>
                  <a:pt x="7406" y="1891"/>
                </a:cubicBezTo>
                <a:lnTo>
                  <a:pt x="7406" y="173"/>
                </a:lnTo>
                <a:cubicBezTo>
                  <a:pt x="7406" y="72"/>
                  <a:pt x="7319" y="0"/>
                  <a:pt x="72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77"/>
          <p:cNvSpPr/>
          <p:nvPr/>
        </p:nvSpPr>
        <p:spPr>
          <a:xfrm>
            <a:off x="6583153" y="12087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77"/>
          <p:cNvSpPr/>
          <p:nvPr/>
        </p:nvSpPr>
        <p:spPr>
          <a:xfrm>
            <a:off x="2410103" y="120877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77"/>
          <p:cNvSpPr/>
          <p:nvPr/>
        </p:nvSpPr>
        <p:spPr>
          <a:xfrm>
            <a:off x="8083075" y="1993325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77"/>
          <p:cNvSpPr/>
          <p:nvPr/>
        </p:nvSpPr>
        <p:spPr>
          <a:xfrm>
            <a:off x="784262" y="2257900"/>
            <a:ext cx="322975" cy="427150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0" name="Google Shape;2130;p77"/>
          <p:cNvSpPr/>
          <p:nvPr/>
        </p:nvSpPr>
        <p:spPr>
          <a:xfrm>
            <a:off x="7822741" y="2635666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77"/>
          <p:cNvSpPr/>
          <p:nvPr/>
        </p:nvSpPr>
        <p:spPr>
          <a:xfrm>
            <a:off x="839341" y="3386828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77"/>
          <p:cNvSpPr/>
          <p:nvPr/>
        </p:nvSpPr>
        <p:spPr>
          <a:xfrm>
            <a:off x="1471962" y="3000513"/>
            <a:ext cx="212850" cy="213125"/>
          </a:xfrm>
          <a:custGeom>
            <a:avLst/>
            <a:gdLst/>
            <a:ahLst/>
            <a:cxnLst/>
            <a:rect l="l" t="t" r="r" b="b"/>
            <a:pathLst>
              <a:path w="8514" h="8525" extrusionOk="0">
                <a:moveTo>
                  <a:pt x="4251" y="1631"/>
                </a:moveTo>
                <a:cubicBezTo>
                  <a:pt x="5704" y="1631"/>
                  <a:pt x="6894" y="2810"/>
                  <a:pt x="6894" y="4263"/>
                </a:cubicBezTo>
                <a:cubicBezTo>
                  <a:pt x="6894" y="5703"/>
                  <a:pt x="5704" y="6894"/>
                  <a:pt x="4251" y="6894"/>
                </a:cubicBezTo>
                <a:cubicBezTo>
                  <a:pt x="2810" y="6894"/>
                  <a:pt x="1620" y="5727"/>
                  <a:pt x="1620" y="4263"/>
                </a:cubicBezTo>
                <a:cubicBezTo>
                  <a:pt x="1620" y="2822"/>
                  <a:pt x="2799" y="1631"/>
                  <a:pt x="4251" y="1631"/>
                </a:cubicBezTo>
                <a:close/>
                <a:moveTo>
                  <a:pt x="4251" y="0"/>
                </a:moveTo>
                <a:cubicBezTo>
                  <a:pt x="1906" y="0"/>
                  <a:pt x="1" y="1917"/>
                  <a:pt x="1" y="4263"/>
                </a:cubicBezTo>
                <a:cubicBezTo>
                  <a:pt x="1" y="6620"/>
                  <a:pt x="1906" y="8525"/>
                  <a:pt x="4251" y="8525"/>
                </a:cubicBezTo>
                <a:cubicBezTo>
                  <a:pt x="6597" y="8525"/>
                  <a:pt x="8514" y="6620"/>
                  <a:pt x="8514" y="4263"/>
                </a:cubicBezTo>
                <a:cubicBezTo>
                  <a:pt x="8514" y="1917"/>
                  <a:pt x="6609" y="0"/>
                  <a:pt x="42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77"/>
          <p:cNvSpPr/>
          <p:nvPr/>
        </p:nvSpPr>
        <p:spPr>
          <a:xfrm>
            <a:off x="8189516" y="3302253"/>
            <a:ext cx="212841" cy="281492"/>
          </a:xfrm>
          <a:custGeom>
            <a:avLst/>
            <a:gdLst/>
            <a:ahLst/>
            <a:cxnLst/>
            <a:rect l="l" t="t" r="r" b="b"/>
            <a:pathLst>
              <a:path w="12919" h="17086" extrusionOk="0">
                <a:moveTo>
                  <a:pt x="6465" y="0"/>
                </a:moveTo>
                <a:cubicBezTo>
                  <a:pt x="6013" y="0"/>
                  <a:pt x="5656" y="358"/>
                  <a:pt x="5656" y="798"/>
                </a:cubicBezTo>
                <a:lnTo>
                  <a:pt x="5656" y="6906"/>
                </a:lnTo>
                <a:lnTo>
                  <a:pt x="1405" y="3596"/>
                </a:lnTo>
                <a:cubicBezTo>
                  <a:pt x="1257" y="3488"/>
                  <a:pt x="1083" y="3434"/>
                  <a:pt x="911" y="3434"/>
                </a:cubicBezTo>
                <a:cubicBezTo>
                  <a:pt x="667" y="3434"/>
                  <a:pt x="427" y="3541"/>
                  <a:pt x="274" y="3751"/>
                </a:cubicBezTo>
                <a:cubicBezTo>
                  <a:pt x="0" y="4108"/>
                  <a:pt x="60" y="4608"/>
                  <a:pt x="417" y="4882"/>
                </a:cubicBezTo>
                <a:lnTo>
                  <a:pt x="5155" y="8549"/>
                </a:lnTo>
                <a:lnTo>
                  <a:pt x="417" y="12204"/>
                </a:lnTo>
                <a:cubicBezTo>
                  <a:pt x="60" y="12478"/>
                  <a:pt x="0" y="12990"/>
                  <a:pt x="274" y="13335"/>
                </a:cubicBezTo>
                <a:cubicBezTo>
                  <a:pt x="429" y="13550"/>
                  <a:pt x="667" y="13645"/>
                  <a:pt x="905" y="13645"/>
                </a:cubicBezTo>
                <a:cubicBezTo>
                  <a:pt x="1084" y="13645"/>
                  <a:pt x="1250" y="13585"/>
                  <a:pt x="1405" y="13490"/>
                </a:cubicBezTo>
                <a:lnTo>
                  <a:pt x="5656" y="10180"/>
                </a:lnTo>
                <a:lnTo>
                  <a:pt x="5656" y="16288"/>
                </a:lnTo>
                <a:cubicBezTo>
                  <a:pt x="5656" y="16729"/>
                  <a:pt x="6013" y="17086"/>
                  <a:pt x="6465" y="17086"/>
                </a:cubicBezTo>
                <a:cubicBezTo>
                  <a:pt x="6906" y="17086"/>
                  <a:pt x="7263" y="16729"/>
                  <a:pt x="7263" y="16288"/>
                </a:cubicBezTo>
                <a:lnTo>
                  <a:pt x="7263" y="10180"/>
                </a:lnTo>
                <a:lnTo>
                  <a:pt x="11525" y="13490"/>
                </a:lnTo>
                <a:cubicBezTo>
                  <a:pt x="11668" y="13609"/>
                  <a:pt x="11847" y="13645"/>
                  <a:pt x="12013" y="13645"/>
                </a:cubicBezTo>
                <a:cubicBezTo>
                  <a:pt x="12252" y="13645"/>
                  <a:pt x="12490" y="13550"/>
                  <a:pt x="12656" y="13335"/>
                </a:cubicBezTo>
                <a:cubicBezTo>
                  <a:pt x="12918" y="12978"/>
                  <a:pt x="12847" y="12478"/>
                  <a:pt x="12502" y="12204"/>
                </a:cubicBezTo>
                <a:lnTo>
                  <a:pt x="7775" y="8549"/>
                </a:lnTo>
                <a:lnTo>
                  <a:pt x="12502" y="4882"/>
                </a:lnTo>
                <a:cubicBezTo>
                  <a:pt x="12859" y="4608"/>
                  <a:pt x="12918" y="4096"/>
                  <a:pt x="12656" y="3751"/>
                </a:cubicBezTo>
                <a:cubicBezTo>
                  <a:pt x="12496" y="3541"/>
                  <a:pt x="12249" y="3434"/>
                  <a:pt x="12006" y="3434"/>
                </a:cubicBezTo>
                <a:cubicBezTo>
                  <a:pt x="11834" y="3434"/>
                  <a:pt x="11663" y="3488"/>
                  <a:pt x="11525" y="3596"/>
                </a:cubicBezTo>
                <a:lnTo>
                  <a:pt x="7263" y="6906"/>
                </a:lnTo>
                <a:lnTo>
                  <a:pt x="7263" y="798"/>
                </a:lnTo>
                <a:cubicBezTo>
                  <a:pt x="7263" y="358"/>
                  <a:pt x="6906" y="0"/>
                  <a:pt x="64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8" grpId="0"/>
      <p:bldP spid="2126" grpId="0" animBg="1"/>
      <p:bldP spid="21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79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2924" name="Google Shape;2924;p79"/>
          <p:cNvGrpSpPr/>
          <p:nvPr/>
        </p:nvGrpSpPr>
        <p:grpSpPr>
          <a:xfrm>
            <a:off x="4108915" y="3370912"/>
            <a:ext cx="1089288" cy="1048328"/>
            <a:chOff x="3415050" y="-2237725"/>
            <a:chExt cx="1235300" cy="1188850"/>
          </a:xfrm>
        </p:grpSpPr>
        <p:sp>
          <p:nvSpPr>
            <p:cNvPr id="2925" name="Google Shape;2925;p79"/>
            <p:cNvSpPr/>
            <p:nvPr/>
          </p:nvSpPr>
          <p:spPr>
            <a:xfrm>
              <a:off x="3443325" y="-2210350"/>
              <a:ext cx="1142425" cy="1133200"/>
            </a:xfrm>
            <a:custGeom>
              <a:avLst/>
              <a:gdLst/>
              <a:ahLst/>
              <a:cxnLst/>
              <a:rect l="l" t="t" r="r" b="b"/>
              <a:pathLst>
                <a:path w="45697" h="45328" extrusionOk="0">
                  <a:moveTo>
                    <a:pt x="19467" y="1"/>
                  </a:moveTo>
                  <a:lnTo>
                    <a:pt x="16490" y="6383"/>
                  </a:lnTo>
                  <a:lnTo>
                    <a:pt x="9978" y="3704"/>
                  </a:lnTo>
                  <a:lnTo>
                    <a:pt x="10049" y="10740"/>
                  </a:lnTo>
                  <a:lnTo>
                    <a:pt x="3024" y="11169"/>
                  </a:lnTo>
                  <a:lnTo>
                    <a:pt x="6144" y="17479"/>
                  </a:lnTo>
                  <a:lnTo>
                    <a:pt x="0" y="20908"/>
                  </a:lnTo>
                  <a:lnTo>
                    <a:pt x="5549" y="25242"/>
                  </a:lnTo>
                  <a:lnTo>
                    <a:pt x="1500" y="30981"/>
                  </a:lnTo>
                  <a:lnTo>
                    <a:pt x="8382" y="32481"/>
                  </a:lnTo>
                  <a:lnTo>
                    <a:pt x="7239" y="39422"/>
                  </a:lnTo>
                  <a:lnTo>
                    <a:pt x="7239" y="39422"/>
                  </a:lnTo>
                  <a:lnTo>
                    <a:pt x="14061" y="37779"/>
                  </a:lnTo>
                  <a:lnTo>
                    <a:pt x="16050" y="44542"/>
                  </a:lnTo>
                  <a:lnTo>
                    <a:pt x="21503" y="40089"/>
                  </a:lnTo>
                  <a:lnTo>
                    <a:pt x="26206" y="45328"/>
                  </a:lnTo>
                  <a:lnTo>
                    <a:pt x="29206" y="38946"/>
                  </a:lnTo>
                  <a:lnTo>
                    <a:pt x="35707" y="41625"/>
                  </a:lnTo>
                  <a:lnTo>
                    <a:pt x="35707" y="41625"/>
                  </a:lnTo>
                  <a:lnTo>
                    <a:pt x="35636" y="34588"/>
                  </a:lnTo>
                  <a:lnTo>
                    <a:pt x="42660" y="34148"/>
                  </a:lnTo>
                  <a:lnTo>
                    <a:pt x="39529" y="27838"/>
                  </a:lnTo>
                  <a:lnTo>
                    <a:pt x="45696" y="24420"/>
                  </a:lnTo>
                  <a:lnTo>
                    <a:pt x="40136" y="20087"/>
                  </a:lnTo>
                  <a:lnTo>
                    <a:pt x="44172" y="14348"/>
                  </a:lnTo>
                  <a:lnTo>
                    <a:pt x="37314" y="12836"/>
                  </a:lnTo>
                  <a:lnTo>
                    <a:pt x="38457" y="5906"/>
                  </a:lnTo>
                  <a:lnTo>
                    <a:pt x="31611" y="7537"/>
                  </a:lnTo>
                  <a:lnTo>
                    <a:pt x="29647" y="787"/>
                  </a:lnTo>
                  <a:lnTo>
                    <a:pt x="24182" y="5240"/>
                  </a:lnTo>
                  <a:lnTo>
                    <a:pt x="19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79"/>
            <p:cNvSpPr/>
            <p:nvPr/>
          </p:nvSpPr>
          <p:spPr>
            <a:xfrm>
              <a:off x="3415050" y="-2237725"/>
              <a:ext cx="1197775" cy="1188850"/>
            </a:xfrm>
            <a:custGeom>
              <a:avLst/>
              <a:gdLst/>
              <a:ahLst/>
              <a:cxnLst/>
              <a:rect l="l" t="t" r="r" b="b"/>
              <a:pathLst>
                <a:path w="47911" h="47554" extrusionOk="0">
                  <a:moveTo>
                    <a:pt x="20765" y="2191"/>
                  </a:moveTo>
                  <a:lnTo>
                    <a:pt x="25241" y="7168"/>
                  </a:lnTo>
                  <a:lnTo>
                    <a:pt x="30432" y="2941"/>
                  </a:lnTo>
                  <a:lnTo>
                    <a:pt x="32314" y="9371"/>
                  </a:lnTo>
                  <a:lnTo>
                    <a:pt x="38826" y="7799"/>
                  </a:lnTo>
                  <a:lnTo>
                    <a:pt x="37731" y="14407"/>
                  </a:lnTo>
                  <a:lnTo>
                    <a:pt x="44279" y="15836"/>
                  </a:lnTo>
                  <a:lnTo>
                    <a:pt x="40422" y="21313"/>
                  </a:lnTo>
                  <a:lnTo>
                    <a:pt x="45708" y="25444"/>
                  </a:lnTo>
                  <a:lnTo>
                    <a:pt x="39850" y="28694"/>
                  </a:lnTo>
                  <a:lnTo>
                    <a:pt x="42827" y="34695"/>
                  </a:lnTo>
                  <a:lnTo>
                    <a:pt x="36147" y="35100"/>
                  </a:lnTo>
                  <a:lnTo>
                    <a:pt x="36219" y="41791"/>
                  </a:lnTo>
                  <a:lnTo>
                    <a:pt x="30016" y="39255"/>
                  </a:lnTo>
                  <a:lnTo>
                    <a:pt x="27182" y="45327"/>
                  </a:lnTo>
                  <a:lnTo>
                    <a:pt x="22693" y="40351"/>
                  </a:lnTo>
                  <a:lnTo>
                    <a:pt x="17502" y="44577"/>
                  </a:lnTo>
                  <a:lnTo>
                    <a:pt x="15621" y="38148"/>
                  </a:lnTo>
                  <a:lnTo>
                    <a:pt x="9108" y="39708"/>
                  </a:lnTo>
                  <a:lnTo>
                    <a:pt x="10216" y="33100"/>
                  </a:lnTo>
                  <a:lnTo>
                    <a:pt x="3667" y="31671"/>
                  </a:lnTo>
                  <a:lnTo>
                    <a:pt x="7513" y="26194"/>
                  </a:lnTo>
                  <a:lnTo>
                    <a:pt x="2227" y="22075"/>
                  </a:lnTo>
                  <a:lnTo>
                    <a:pt x="8084" y="18812"/>
                  </a:lnTo>
                  <a:lnTo>
                    <a:pt x="5108" y="12823"/>
                  </a:lnTo>
                  <a:lnTo>
                    <a:pt x="11787" y="12419"/>
                  </a:lnTo>
                  <a:lnTo>
                    <a:pt x="11716" y="5715"/>
                  </a:lnTo>
                  <a:lnTo>
                    <a:pt x="17907" y="8263"/>
                  </a:lnTo>
                  <a:lnTo>
                    <a:pt x="20765" y="2191"/>
                  </a:lnTo>
                  <a:close/>
                  <a:moveTo>
                    <a:pt x="20431" y="0"/>
                  </a:moveTo>
                  <a:lnTo>
                    <a:pt x="19645" y="1691"/>
                  </a:lnTo>
                  <a:lnTo>
                    <a:pt x="17312" y="6704"/>
                  </a:lnTo>
                  <a:lnTo>
                    <a:pt x="12192" y="4608"/>
                  </a:lnTo>
                  <a:lnTo>
                    <a:pt x="10478" y="3906"/>
                  </a:lnTo>
                  <a:lnTo>
                    <a:pt x="10490" y="5751"/>
                  </a:lnTo>
                  <a:lnTo>
                    <a:pt x="10549" y="11288"/>
                  </a:lnTo>
                  <a:lnTo>
                    <a:pt x="5036" y="11633"/>
                  </a:lnTo>
                  <a:lnTo>
                    <a:pt x="3191" y="11752"/>
                  </a:lnTo>
                  <a:lnTo>
                    <a:pt x="4001" y="13395"/>
                  </a:lnTo>
                  <a:lnTo>
                    <a:pt x="6465" y="18360"/>
                  </a:lnTo>
                  <a:lnTo>
                    <a:pt x="1619" y="21051"/>
                  </a:lnTo>
                  <a:lnTo>
                    <a:pt x="0" y="21955"/>
                  </a:lnTo>
                  <a:lnTo>
                    <a:pt x="1465" y="23087"/>
                  </a:lnTo>
                  <a:lnTo>
                    <a:pt x="5822" y="26480"/>
                  </a:lnTo>
                  <a:lnTo>
                    <a:pt x="2631" y="31004"/>
                  </a:lnTo>
                  <a:lnTo>
                    <a:pt x="1584" y="32528"/>
                  </a:lnTo>
                  <a:lnTo>
                    <a:pt x="3381" y="32909"/>
                  </a:lnTo>
                  <a:lnTo>
                    <a:pt x="8775" y="34088"/>
                  </a:lnTo>
                  <a:lnTo>
                    <a:pt x="7870" y="39553"/>
                  </a:lnTo>
                  <a:lnTo>
                    <a:pt x="7572" y="41375"/>
                  </a:lnTo>
                  <a:lnTo>
                    <a:pt x="9370" y="40946"/>
                  </a:lnTo>
                  <a:lnTo>
                    <a:pt x="14752" y="39648"/>
                  </a:lnTo>
                  <a:lnTo>
                    <a:pt x="16300" y="44970"/>
                  </a:lnTo>
                  <a:lnTo>
                    <a:pt x="16812" y="46732"/>
                  </a:lnTo>
                  <a:lnTo>
                    <a:pt x="18252" y="45577"/>
                  </a:lnTo>
                  <a:lnTo>
                    <a:pt x="22527" y="42077"/>
                  </a:lnTo>
                  <a:lnTo>
                    <a:pt x="26241" y="46185"/>
                  </a:lnTo>
                  <a:lnTo>
                    <a:pt x="27468" y="47554"/>
                  </a:lnTo>
                  <a:lnTo>
                    <a:pt x="28266" y="45875"/>
                  </a:lnTo>
                  <a:lnTo>
                    <a:pt x="30599" y="40863"/>
                  </a:lnTo>
                  <a:lnTo>
                    <a:pt x="35719" y="42958"/>
                  </a:lnTo>
                  <a:lnTo>
                    <a:pt x="37433" y="43661"/>
                  </a:lnTo>
                  <a:lnTo>
                    <a:pt x="37433" y="43661"/>
                  </a:lnTo>
                  <a:lnTo>
                    <a:pt x="37421" y="41815"/>
                  </a:lnTo>
                  <a:lnTo>
                    <a:pt x="37350" y="36279"/>
                  </a:lnTo>
                  <a:lnTo>
                    <a:pt x="42875" y="35933"/>
                  </a:lnTo>
                  <a:lnTo>
                    <a:pt x="44720" y="35814"/>
                  </a:lnTo>
                  <a:lnTo>
                    <a:pt x="43898" y="34159"/>
                  </a:lnTo>
                  <a:lnTo>
                    <a:pt x="41446" y="29206"/>
                  </a:lnTo>
                  <a:lnTo>
                    <a:pt x="46280" y="26516"/>
                  </a:lnTo>
                  <a:lnTo>
                    <a:pt x="47911" y="25599"/>
                  </a:lnTo>
                  <a:lnTo>
                    <a:pt x="46446" y="24468"/>
                  </a:lnTo>
                  <a:lnTo>
                    <a:pt x="42089" y="21074"/>
                  </a:lnTo>
                  <a:lnTo>
                    <a:pt x="45280" y="16550"/>
                  </a:lnTo>
                  <a:lnTo>
                    <a:pt x="46327" y="15038"/>
                  </a:lnTo>
                  <a:lnTo>
                    <a:pt x="44529" y="14645"/>
                  </a:lnTo>
                  <a:lnTo>
                    <a:pt x="39124" y="13478"/>
                  </a:lnTo>
                  <a:lnTo>
                    <a:pt x="40041" y="8013"/>
                  </a:lnTo>
                  <a:lnTo>
                    <a:pt x="40338" y="6180"/>
                  </a:lnTo>
                  <a:lnTo>
                    <a:pt x="40338" y="6180"/>
                  </a:lnTo>
                  <a:lnTo>
                    <a:pt x="38529" y="6608"/>
                  </a:lnTo>
                  <a:lnTo>
                    <a:pt x="33159" y="7906"/>
                  </a:lnTo>
                  <a:lnTo>
                    <a:pt x="31611" y="2596"/>
                  </a:lnTo>
                  <a:lnTo>
                    <a:pt x="31087" y="822"/>
                  </a:lnTo>
                  <a:lnTo>
                    <a:pt x="29659" y="1989"/>
                  </a:lnTo>
                  <a:lnTo>
                    <a:pt x="25372" y="5477"/>
                  </a:lnTo>
                  <a:lnTo>
                    <a:pt x="21669" y="1370"/>
                  </a:lnTo>
                  <a:lnTo>
                    <a:pt x="20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79"/>
            <p:cNvSpPr/>
            <p:nvPr/>
          </p:nvSpPr>
          <p:spPr>
            <a:xfrm>
              <a:off x="3419200" y="-1541225"/>
              <a:ext cx="1231150" cy="300075"/>
            </a:xfrm>
            <a:custGeom>
              <a:avLst/>
              <a:gdLst/>
              <a:ahLst/>
              <a:cxnLst/>
              <a:rect l="l" t="t" r="r" b="b"/>
              <a:pathLst>
                <a:path w="49246" h="12003" extrusionOk="0">
                  <a:moveTo>
                    <a:pt x="49245" y="1"/>
                  </a:moveTo>
                  <a:lnTo>
                    <a:pt x="1" y="1037"/>
                  </a:lnTo>
                  <a:lnTo>
                    <a:pt x="1858" y="7026"/>
                  </a:lnTo>
                  <a:lnTo>
                    <a:pt x="48007" y="12002"/>
                  </a:lnTo>
                  <a:lnTo>
                    <a:pt x="49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8" name="Google Shape;2928;p79"/>
          <p:cNvGrpSpPr/>
          <p:nvPr/>
        </p:nvGrpSpPr>
        <p:grpSpPr>
          <a:xfrm>
            <a:off x="5680631" y="3517392"/>
            <a:ext cx="825087" cy="794135"/>
            <a:chOff x="6282194" y="3596348"/>
            <a:chExt cx="589348" cy="567280"/>
          </a:xfrm>
        </p:grpSpPr>
        <p:sp>
          <p:nvSpPr>
            <p:cNvPr id="2929" name="Google Shape;2929;p79"/>
            <p:cNvSpPr/>
            <p:nvPr/>
          </p:nvSpPr>
          <p:spPr>
            <a:xfrm>
              <a:off x="6341732" y="3634359"/>
              <a:ext cx="491317" cy="491317"/>
            </a:xfrm>
            <a:custGeom>
              <a:avLst/>
              <a:gdLst/>
              <a:ahLst/>
              <a:cxnLst/>
              <a:rect l="l" t="t" r="r" b="b"/>
              <a:pathLst>
                <a:path w="24468" h="24468" extrusionOk="0">
                  <a:moveTo>
                    <a:pt x="12228" y="0"/>
                  </a:moveTo>
                  <a:cubicBezTo>
                    <a:pt x="5477" y="0"/>
                    <a:pt x="0" y="5477"/>
                    <a:pt x="0" y="12228"/>
                  </a:cubicBezTo>
                  <a:cubicBezTo>
                    <a:pt x="0" y="18991"/>
                    <a:pt x="5477" y="24468"/>
                    <a:pt x="12228" y="24468"/>
                  </a:cubicBezTo>
                  <a:cubicBezTo>
                    <a:pt x="18991" y="24468"/>
                    <a:pt x="24468" y="18991"/>
                    <a:pt x="24468" y="12228"/>
                  </a:cubicBezTo>
                  <a:cubicBezTo>
                    <a:pt x="24468" y="5477"/>
                    <a:pt x="18991" y="0"/>
                    <a:pt x="1222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79"/>
            <p:cNvSpPr/>
            <p:nvPr/>
          </p:nvSpPr>
          <p:spPr>
            <a:xfrm>
              <a:off x="6418959" y="3711587"/>
              <a:ext cx="336882" cy="336862"/>
            </a:xfrm>
            <a:custGeom>
              <a:avLst/>
              <a:gdLst/>
              <a:ahLst/>
              <a:cxnLst/>
              <a:rect l="l" t="t" r="r" b="b"/>
              <a:pathLst>
                <a:path w="16777" h="16776" extrusionOk="0">
                  <a:moveTo>
                    <a:pt x="8382" y="0"/>
                  </a:moveTo>
                  <a:cubicBezTo>
                    <a:pt x="3751" y="0"/>
                    <a:pt x="0" y="3751"/>
                    <a:pt x="0" y="8382"/>
                  </a:cubicBezTo>
                  <a:cubicBezTo>
                    <a:pt x="0" y="13025"/>
                    <a:pt x="3751" y="16776"/>
                    <a:pt x="8382" y="16776"/>
                  </a:cubicBezTo>
                  <a:cubicBezTo>
                    <a:pt x="13014" y="16776"/>
                    <a:pt x="16776" y="13025"/>
                    <a:pt x="16776" y="8382"/>
                  </a:cubicBezTo>
                  <a:cubicBezTo>
                    <a:pt x="16776" y="3751"/>
                    <a:pt x="13014" y="0"/>
                    <a:pt x="8382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79"/>
            <p:cNvSpPr/>
            <p:nvPr/>
          </p:nvSpPr>
          <p:spPr>
            <a:xfrm>
              <a:off x="6427553" y="3720181"/>
              <a:ext cx="319674" cy="319674"/>
            </a:xfrm>
            <a:custGeom>
              <a:avLst/>
              <a:gdLst/>
              <a:ahLst/>
              <a:cxnLst/>
              <a:rect l="l" t="t" r="r" b="b"/>
              <a:pathLst>
                <a:path w="15920" h="15920" fill="none" extrusionOk="0">
                  <a:moveTo>
                    <a:pt x="15919" y="7954"/>
                  </a:moveTo>
                  <a:cubicBezTo>
                    <a:pt x="15919" y="12359"/>
                    <a:pt x="12348" y="15919"/>
                    <a:pt x="7954" y="15919"/>
                  </a:cubicBezTo>
                  <a:cubicBezTo>
                    <a:pt x="3561" y="15919"/>
                    <a:pt x="1" y="12359"/>
                    <a:pt x="1" y="7954"/>
                  </a:cubicBezTo>
                  <a:cubicBezTo>
                    <a:pt x="1" y="3561"/>
                    <a:pt x="3561" y="1"/>
                    <a:pt x="7954" y="1"/>
                  </a:cubicBezTo>
                  <a:cubicBezTo>
                    <a:pt x="12348" y="1"/>
                    <a:pt x="15919" y="3561"/>
                    <a:pt x="15919" y="7954"/>
                  </a:cubicBezTo>
                  <a:close/>
                </a:path>
              </a:pathLst>
            </a:custGeom>
            <a:noFill/>
            <a:ln w="900" cap="flat" cmpd="sng">
              <a:solidFill>
                <a:srgbClr val="25214D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79"/>
            <p:cNvSpPr/>
            <p:nvPr/>
          </p:nvSpPr>
          <p:spPr>
            <a:xfrm>
              <a:off x="6348418" y="3641046"/>
              <a:ext cx="477703" cy="477944"/>
            </a:xfrm>
            <a:custGeom>
              <a:avLst/>
              <a:gdLst/>
              <a:ahLst/>
              <a:cxnLst/>
              <a:rect l="l" t="t" r="r" b="b"/>
              <a:pathLst>
                <a:path w="23790" h="23802" fill="none" extrusionOk="0">
                  <a:moveTo>
                    <a:pt x="23790" y="11895"/>
                  </a:moveTo>
                  <a:cubicBezTo>
                    <a:pt x="23790" y="18467"/>
                    <a:pt x="18467" y="23801"/>
                    <a:pt x="11895" y="23801"/>
                  </a:cubicBezTo>
                  <a:cubicBezTo>
                    <a:pt x="5335" y="23801"/>
                    <a:pt x="1" y="18467"/>
                    <a:pt x="1" y="11895"/>
                  </a:cubicBezTo>
                  <a:cubicBezTo>
                    <a:pt x="1" y="5335"/>
                    <a:pt x="5335" y="1"/>
                    <a:pt x="11895" y="1"/>
                  </a:cubicBezTo>
                  <a:cubicBezTo>
                    <a:pt x="18467" y="1"/>
                    <a:pt x="23790" y="5335"/>
                    <a:pt x="23790" y="11895"/>
                  </a:cubicBezTo>
                  <a:close/>
                </a:path>
              </a:pathLst>
            </a:custGeom>
            <a:noFill/>
            <a:ln w="2075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79"/>
            <p:cNvSpPr/>
            <p:nvPr/>
          </p:nvSpPr>
          <p:spPr>
            <a:xfrm>
              <a:off x="6282194" y="3596348"/>
              <a:ext cx="589348" cy="567280"/>
            </a:xfrm>
            <a:custGeom>
              <a:avLst/>
              <a:gdLst/>
              <a:ahLst/>
              <a:cxnLst/>
              <a:rect l="l" t="t" r="r" b="b"/>
              <a:pathLst>
                <a:path w="29350" h="28251" extrusionOk="0">
                  <a:moveTo>
                    <a:pt x="15229" y="1024"/>
                  </a:moveTo>
                  <a:cubicBezTo>
                    <a:pt x="18205" y="1024"/>
                    <a:pt x="19694" y="4608"/>
                    <a:pt x="17586" y="6715"/>
                  </a:cubicBezTo>
                  <a:cubicBezTo>
                    <a:pt x="16909" y="7392"/>
                    <a:pt x="16077" y="7695"/>
                    <a:pt x="15260" y="7695"/>
                  </a:cubicBezTo>
                  <a:cubicBezTo>
                    <a:pt x="13548" y="7695"/>
                    <a:pt x="11903" y="6365"/>
                    <a:pt x="11895" y="4358"/>
                  </a:cubicBezTo>
                  <a:cubicBezTo>
                    <a:pt x="11895" y="2524"/>
                    <a:pt x="13383" y="1024"/>
                    <a:pt x="15229" y="1024"/>
                  </a:cubicBezTo>
                  <a:close/>
                  <a:moveTo>
                    <a:pt x="23695" y="5888"/>
                  </a:moveTo>
                  <a:cubicBezTo>
                    <a:pt x="25736" y="5888"/>
                    <a:pt x="27518" y="7837"/>
                    <a:pt x="26909" y="10097"/>
                  </a:cubicBezTo>
                  <a:cubicBezTo>
                    <a:pt x="26483" y="11701"/>
                    <a:pt x="25089" y="12565"/>
                    <a:pt x="23684" y="12565"/>
                  </a:cubicBezTo>
                  <a:cubicBezTo>
                    <a:pt x="22577" y="12565"/>
                    <a:pt x="21464" y="12028"/>
                    <a:pt x="20813" y="10894"/>
                  </a:cubicBezTo>
                  <a:cubicBezTo>
                    <a:pt x="19896" y="9311"/>
                    <a:pt x="20432" y="7275"/>
                    <a:pt x="22027" y="6358"/>
                  </a:cubicBezTo>
                  <a:lnTo>
                    <a:pt x="22027" y="6346"/>
                  </a:lnTo>
                  <a:cubicBezTo>
                    <a:pt x="22574" y="6030"/>
                    <a:pt x="23144" y="5888"/>
                    <a:pt x="23695" y="5888"/>
                  </a:cubicBezTo>
                  <a:close/>
                  <a:moveTo>
                    <a:pt x="6760" y="5914"/>
                  </a:moveTo>
                  <a:cubicBezTo>
                    <a:pt x="8164" y="5914"/>
                    <a:pt x="9557" y="6778"/>
                    <a:pt x="9990" y="8382"/>
                  </a:cubicBezTo>
                  <a:cubicBezTo>
                    <a:pt x="10590" y="10642"/>
                    <a:pt x="8813" y="12591"/>
                    <a:pt x="6775" y="12591"/>
                  </a:cubicBezTo>
                  <a:cubicBezTo>
                    <a:pt x="6225" y="12591"/>
                    <a:pt x="5655" y="12449"/>
                    <a:pt x="5109" y="12133"/>
                  </a:cubicBezTo>
                  <a:cubicBezTo>
                    <a:pt x="3513" y="11216"/>
                    <a:pt x="2965" y="9180"/>
                    <a:pt x="3882" y="7585"/>
                  </a:cubicBezTo>
                  <a:cubicBezTo>
                    <a:pt x="4538" y="6451"/>
                    <a:pt x="5653" y="5914"/>
                    <a:pt x="6760" y="5914"/>
                  </a:cubicBezTo>
                  <a:close/>
                  <a:moveTo>
                    <a:pt x="15229" y="11966"/>
                  </a:moveTo>
                  <a:cubicBezTo>
                    <a:pt x="15717" y="11978"/>
                    <a:pt x="15955" y="12561"/>
                    <a:pt x="15610" y="12907"/>
                  </a:cubicBezTo>
                  <a:cubicBezTo>
                    <a:pt x="15499" y="13017"/>
                    <a:pt x="15364" y="13067"/>
                    <a:pt x="15231" y="13067"/>
                  </a:cubicBezTo>
                  <a:cubicBezTo>
                    <a:pt x="14950" y="13067"/>
                    <a:pt x="14681" y="12845"/>
                    <a:pt x="14681" y="12514"/>
                  </a:cubicBezTo>
                  <a:cubicBezTo>
                    <a:pt x="14681" y="12216"/>
                    <a:pt x="14931" y="11978"/>
                    <a:pt x="15229" y="11978"/>
                  </a:cubicBezTo>
                  <a:lnTo>
                    <a:pt x="15229" y="11966"/>
                  </a:lnTo>
                  <a:close/>
                  <a:moveTo>
                    <a:pt x="13843" y="12770"/>
                  </a:moveTo>
                  <a:cubicBezTo>
                    <a:pt x="14071" y="12770"/>
                    <a:pt x="14299" y="12910"/>
                    <a:pt x="14372" y="13169"/>
                  </a:cubicBezTo>
                  <a:cubicBezTo>
                    <a:pt x="14475" y="13543"/>
                    <a:pt x="14181" y="13865"/>
                    <a:pt x="13848" y="13865"/>
                  </a:cubicBezTo>
                  <a:cubicBezTo>
                    <a:pt x="13757" y="13865"/>
                    <a:pt x="13663" y="13841"/>
                    <a:pt x="13574" y="13788"/>
                  </a:cubicBezTo>
                  <a:cubicBezTo>
                    <a:pt x="13312" y="13645"/>
                    <a:pt x="13229" y="13311"/>
                    <a:pt x="13372" y="13049"/>
                  </a:cubicBezTo>
                  <a:cubicBezTo>
                    <a:pt x="13477" y="12859"/>
                    <a:pt x="13660" y="12770"/>
                    <a:pt x="13843" y="12770"/>
                  </a:cubicBezTo>
                  <a:close/>
                  <a:moveTo>
                    <a:pt x="16612" y="12774"/>
                  </a:moveTo>
                  <a:cubicBezTo>
                    <a:pt x="16952" y="12774"/>
                    <a:pt x="17249" y="13091"/>
                    <a:pt x="17146" y="13466"/>
                  </a:cubicBezTo>
                  <a:cubicBezTo>
                    <a:pt x="17073" y="13731"/>
                    <a:pt x="16845" y="13871"/>
                    <a:pt x="16617" y="13871"/>
                  </a:cubicBezTo>
                  <a:cubicBezTo>
                    <a:pt x="16434" y="13871"/>
                    <a:pt x="16251" y="13782"/>
                    <a:pt x="16146" y="13597"/>
                  </a:cubicBezTo>
                  <a:cubicBezTo>
                    <a:pt x="15991" y="13335"/>
                    <a:pt x="16086" y="13002"/>
                    <a:pt x="16348" y="12847"/>
                  </a:cubicBezTo>
                  <a:lnTo>
                    <a:pt x="16336" y="12847"/>
                  </a:lnTo>
                  <a:cubicBezTo>
                    <a:pt x="16427" y="12797"/>
                    <a:pt x="16521" y="12774"/>
                    <a:pt x="16612" y="12774"/>
                  </a:cubicBezTo>
                  <a:close/>
                  <a:moveTo>
                    <a:pt x="13842" y="14375"/>
                  </a:moveTo>
                  <a:cubicBezTo>
                    <a:pt x="14024" y="14375"/>
                    <a:pt x="14207" y="14462"/>
                    <a:pt x="14312" y="14645"/>
                  </a:cubicBezTo>
                  <a:cubicBezTo>
                    <a:pt x="14467" y="14907"/>
                    <a:pt x="14384" y="15252"/>
                    <a:pt x="14122" y="15407"/>
                  </a:cubicBezTo>
                  <a:lnTo>
                    <a:pt x="14110" y="15395"/>
                  </a:lnTo>
                  <a:cubicBezTo>
                    <a:pt x="14020" y="15449"/>
                    <a:pt x="13927" y="15473"/>
                    <a:pt x="13836" y="15473"/>
                  </a:cubicBezTo>
                  <a:cubicBezTo>
                    <a:pt x="13503" y="15473"/>
                    <a:pt x="13209" y="15150"/>
                    <a:pt x="13312" y="14776"/>
                  </a:cubicBezTo>
                  <a:cubicBezTo>
                    <a:pt x="13379" y="14516"/>
                    <a:pt x="13610" y="14375"/>
                    <a:pt x="13842" y="14375"/>
                  </a:cubicBezTo>
                  <a:close/>
                  <a:moveTo>
                    <a:pt x="16619" y="14374"/>
                  </a:moveTo>
                  <a:cubicBezTo>
                    <a:pt x="17021" y="14374"/>
                    <a:pt x="17309" y="14822"/>
                    <a:pt x="17086" y="15205"/>
                  </a:cubicBezTo>
                  <a:cubicBezTo>
                    <a:pt x="16981" y="15375"/>
                    <a:pt x="16797" y="15474"/>
                    <a:pt x="16608" y="15474"/>
                  </a:cubicBezTo>
                  <a:cubicBezTo>
                    <a:pt x="16521" y="15474"/>
                    <a:pt x="16431" y="15452"/>
                    <a:pt x="16348" y="15407"/>
                  </a:cubicBezTo>
                  <a:lnTo>
                    <a:pt x="16336" y="15395"/>
                  </a:lnTo>
                  <a:cubicBezTo>
                    <a:pt x="15919" y="15157"/>
                    <a:pt x="16003" y="14526"/>
                    <a:pt x="16467" y="14395"/>
                  </a:cubicBezTo>
                  <a:cubicBezTo>
                    <a:pt x="16519" y="14381"/>
                    <a:pt x="16570" y="14374"/>
                    <a:pt x="16619" y="14374"/>
                  </a:cubicBezTo>
                  <a:close/>
                  <a:moveTo>
                    <a:pt x="15218" y="15175"/>
                  </a:moveTo>
                  <a:cubicBezTo>
                    <a:pt x="15502" y="15175"/>
                    <a:pt x="15777" y="15397"/>
                    <a:pt x="15777" y="15728"/>
                  </a:cubicBezTo>
                  <a:cubicBezTo>
                    <a:pt x="15777" y="16026"/>
                    <a:pt x="15538" y="16276"/>
                    <a:pt x="15229" y="16276"/>
                  </a:cubicBezTo>
                  <a:cubicBezTo>
                    <a:pt x="14741" y="16276"/>
                    <a:pt x="14491" y="15681"/>
                    <a:pt x="14836" y="15335"/>
                  </a:cubicBezTo>
                  <a:cubicBezTo>
                    <a:pt x="14947" y="15225"/>
                    <a:pt x="15083" y="15175"/>
                    <a:pt x="15218" y="15175"/>
                  </a:cubicBezTo>
                  <a:close/>
                  <a:moveTo>
                    <a:pt x="23720" y="15658"/>
                  </a:moveTo>
                  <a:cubicBezTo>
                    <a:pt x="26151" y="15658"/>
                    <a:pt x="27907" y="18369"/>
                    <a:pt x="26576" y="20669"/>
                  </a:cubicBezTo>
                  <a:cubicBezTo>
                    <a:pt x="25960" y="21741"/>
                    <a:pt x="24839" y="22340"/>
                    <a:pt x="23686" y="22340"/>
                  </a:cubicBezTo>
                  <a:cubicBezTo>
                    <a:pt x="23123" y="22340"/>
                    <a:pt x="22551" y="22197"/>
                    <a:pt x="22027" y="21896"/>
                  </a:cubicBezTo>
                  <a:lnTo>
                    <a:pt x="22027" y="21884"/>
                  </a:lnTo>
                  <a:cubicBezTo>
                    <a:pt x="19456" y="20408"/>
                    <a:pt x="19968" y="16550"/>
                    <a:pt x="22837" y="15776"/>
                  </a:cubicBezTo>
                  <a:cubicBezTo>
                    <a:pt x="23138" y="15696"/>
                    <a:pt x="23434" y="15658"/>
                    <a:pt x="23720" y="15658"/>
                  </a:cubicBezTo>
                  <a:close/>
                  <a:moveTo>
                    <a:pt x="6795" y="15682"/>
                  </a:moveTo>
                  <a:cubicBezTo>
                    <a:pt x="7902" y="15682"/>
                    <a:pt x="9014" y="16217"/>
                    <a:pt x="9669" y="17348"/>
                  </a:cubicBezTo>
                  <a:cubicBezTo>
                    <a:pt x="10585" y="18943"/>
                    <a:pt x="10038" y="20979"/>
                    <a:pt x="8454" y="21896"/>
                  </a:cubicBezTo>
                  <a:cubicBezTo>
                    <a:pt x="7906" y="22213"/>
                    <a:pt x="7334" y="22356"/>
                    <a:pt x="6782" y="22356"/>
                  </a:cubicBezTo>
                  <a:cubicBezTo>
                    <a:pt x="4742" y="22356"/>
                    <a:pt x="2961" y="20415"/>
                    <a:pt x="3561" y="18157"/>
                  </a:cubicBezTo>
                  <a:cubicBezTo>
                    <a:pt x="3988" y="16550"/>
                    <a:pt x="5386" y="15682"/>
                    <a:pt x="6795" y="15682"/>
                  </a:cubicBezTo>
                  <a:close/>
                  <a:moveTo>
                    <a:pt x="15212" y="20547"/>
                  </a:moveTo>
                  <a:cubicBezTo>
                    <a:pt x="16927" y="20547"/>
                    <a:pt x="18575" y="21877"/>
                    <a:pt x="18575" y="23884"/>
                  </a:cubicBezTo>
                  <a:cubicBezTo>
                    <a:pt x="18575" y="25730"/>
                    <a:pt x="17086" y="27230"/>
                    <a:pt x="15241" y="27230"/>
                  </a:cubicBezTo>
                  <a:lnTo>
                    <a:pt x="15241" y="27218"/>
                  </a:lnTo>
                  <a:cubicBezTo>
                    <a:pt x="12276" y="27218"/>
                    <a:pt x="10788" y="23634"/>
                    <a:pt x="12883" y="21527"/>
                  </a:cubicBezTo>
                  <a:cubicBezTo>
                    <a:pt x="13560" y="20850"/>
                    <a:pt x="14394" y="20547"/>
                    <a:pt x="15212" y="20547"/>
                  </a:cubicBezTo>
                  <a:close/>
                  <a:moveTo>
                    <a:pt x="15229" y="0"/>
                  </a:moveTo>
                  <a:cubicBezTo>
                    <a:pt x="9514" y="0"/>
                    <a:pt x="4370" y="3441"/>
                    <a:pt x="2180" y="8728"/>
                  </a:cubicBezTo>
                  <a:cubicBezTo>
                    <a:pt x="1" y="14002"/>
                    <a:pt x="1203" y="20074"/>
                    <a:pt x="5240" y="24110"/>
                  </a:cubicBezTo>
                  <a:cubicBezTo>
                    <a:pt x="7945" y="26816"/>
                    <a:pt x="11554" y="28250"/>
                    <a:pt x="15226" y="28250"/>
                  </a:cubicBezTo>
                  <a:cubicBezTo>
                    <a:pt x="17048" y="28250"/>
                    <a:pt x="18885" y="27897"/>
                    <a:pt x="20634" y="27170"/>
                  </a:cubicBezTo>
                  <a:cubicBezTo>
                    <a:pt x="25909" y="24991"/>
                    <a:pt x="29350" y="19836"/>
                    <a:pt x="29350" y="14133"/>
                  </a:cubicBezTo>
                  <a:cubicBezTo>
                    <a:pt x="29350" y="6322"/>
                    <a:pt x="23028" y="0"/>
                    <a:pt x="15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79"/>
            <p:cNvSpPr/>
            <p:nvPr/>
          </p:nvSpPr>
          <p:spPr>
            <a:xfrm>
              <a:off x="6494500" y="4035759"/>
              <a:ext cx="93492" cy="114074"/>
            </a:xfrm>
            <a:custGeom>
              <a:avLst/>
              <a:gdLst/>
              <a:ahLst/>
              <a:cxnLst/>
              <a:rect l="l" t="t" r="r" b="b"/>
              <a:pathLst>
                <a:path w="4656" h="5681" fill="none" extrusionOk="0">
                  <a:moveTo>
                    <a:pt x="4656" y="5680"/>
                  </a:moveTo>
                  <a:cubicBezTo>
                    <a:pt x="1739" y="5680"/>
                    <a:pt x="1" y="2430"/>
                    <a:pt x="1596" y="1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79"/>
            <p:cNvSpPr/>
            <p:nvPr/>
          </p:nvSpPr>
          <p:spPr>
            <a:xfrm>
              <a:off x="6684096" y="3898291"/>
              <a:ext cx="130781" cy="79878"/>
            </a:xfrm>
            <a:custGeom>
              <a:avLst/>
              <a:gdLst/>
              <a:ahLst/>
              <a:cxnLst/>
              <a:rect l="l" t="t" r="r" b="b"/>
              <a:pathLst>
                <a:path w="6513" h="3978" fill="none" extrusionOk="0">
                  <a:moveTo>
                    <a:pt x="0" y="3978"/>
                  </a:moveTo>
                  <a:cubicBezTo>
                    <a:pt x="0" y="2430"/>
                    <a:pt x="977" y="1049"/>
                    <a:pt x="2441" y="525"/>
                  </a:cubicBezTo>
                  <a:cubicBezTo>
                    <a:pt x="3894" y="1"/>
                    <a:pt x="5525" y="453"/>
                    <a:pt x="6513" y="1656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79"/>
            <p:cNvSpPr/>
            <p:nvPr/>
          </p:nvSpPr>
          <p:spPr>
            <a:xfrm>
              <a:off x="6668795" y="3708234"/>
              <a:ext cx="89195" cy="104014"/>
            </a:xfrm>
            <a:custGeom>
              <a:avLst/>
              <a:gdLst/>
              <a:ahLst/>
              <a:cxnLst/>
              <a:rect l="l" t="t" r="r" b="b"/>
              <a:pathLst>
                <a:path w="4442" h="5180" fill="none" extrusionOk="0">
                  <a:moveTo>
                    <a:pt x="1108" y="5180"/>
                  </a:moveTo>
                  <a:cubicBezTo>
                    <a:pt x="0" y="2751"/>
                    <a:pt x="1774" y="0"/>
                    <a:pt x="4441" y="0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79"/>
            <p:cNvSpPr/>
            <p:nvPr/>
          </p:nvSpPr>
          <p:spPr>
            <a:xfrm>
              <a:off x="6525584" y="3698676"/>
              <a:ext cx="134616" cy="63132"/>
            </a:xfrm>
            <a:custGeom>
              <a:avLst/>
              <a:gdLst/>
              <a:ahLst/>
              <a:cxnLst/>
              <a:rect l="l" t="t" r="r" b="b"/>
              <a:pathLst>
                <a:path w="6704" h="3144" fill="none" extrusionOk="0">
                  <a:moveTo>
                    <a:pt x="6704" y="0"/>
                  </a:moveTo>
                  <a:cubicBezTo>
                    <a:pt x="6406" y="1477"/>
                    <a:pt x="5239" y="2608"/>
                    <a:pt x="3763" y="2870"/>
                  </a:cubicBezTo>
                  <a:cubicBezTo>
                    <a:pt x="2286" y="3143"/>
                    <a:pt x="798" y="2477"/>
                    <a:pt x="0" y="1215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79"/>
            <p:cNvSpPr/>
            <p:nvPr/>
          </p:nvSpPr>
          <p:spPr>
            <a:xfrm>
              <a:off x="6338137" y="3708234"/>
              <a:ext cx="79878" cy="133191"/>
            </a:xfrm>
            <a:custGeom>
              <a:avLst/>
              <a:gdLst/>
              <a:ahLst/>
              <a:cxnLst/>
              <a:rect l="l" t="t" r="r" b="b"/>
              <a:pathLst>
                <a:path w="3978" h="6633" fill="none" extrusionOk="0">
                  <a:moveTo>
                    <a:pt x="1811" y="6632"/>
                  </a:moveTo>
                  <a:cubicBezTo>
                    <a:pt x="537" y="5692"/>
                    <a:pt x="1" y="4037"/>
                    <a:pt x="489" y="2525"/>
                  </a:cubicBezTo>
                  <a:cubicBezTo>
                    <a:pt x="989" y="1012"/>
                    <a:pt x="2394" y="0"/>
                    <a:pt x="3978" y="0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79"/>
            <p:cNvSpPr/>
            <p:nvPr/>
          </p:nvSpPr>
          <p:spPr>
            <a:xfrm>
              <a:off x="6363719" y="3878693"/>
              <a:ext cx="128171" cy="99476"/>
            </a:xfrm>
            <a:custGeom>
              <a:avLst/>
              <a:gdLst/>
              <a:ahLst/>
              <a:cxnLst/>
              <a:rect l="l" t="t" r="r" b="b"/>
              <a:pathLst>
                <a:path w="6383" h="4954" fill="none" extrusionOk="0">
                  <a:moveTo>
                    <a:pt x="1" y="2477"/>
                  </a:moveTo>
                  <a:cubicBezTo>
                    <a:pt x="2263" y="1"/>
                    <a:pt x="6383" y="1608"/>
                    <a:pt x="6383" y="4954"/>
                  </a:cubicBezTo>
                </a:path>
              </a:pathLst>
            </a:custGeom>
            <a:noFill/>
            <a:ln w="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79"/>
            <p:cNvSpPr/>
            <p:nvPr/>
          </p:nvSpPr>
          <p:spPr>
            <a:xfrm>
              <a:off x="6513154" y="3805782"/>
              <a:ext cx="129596" cy="129596"/>
            </a:xfrm>
            <a:custGeom>
              <a:avLst/>
              <a:gdLst/>
              <a:ahLst/>
              <a:cxnLst/>
              <a:rect l="l" t="t" r="r" b="b"/>
              <a:pathLst>
                <a:path w="6454" h="6454" fill="none" extrusionOk="0">
                  <a:moveTo>
                    <a:pt x="6453" y="3691"/>
                  </a:moveTo>
                  <a:cubicBezTo>
                    <a:pt x="6453" y="1226"/>
                    <a:pt x="3477" y="0"/>
                    <a:pt x="1739" y="1738"/>
                  </a:cubicBezTo>
                  <a:cubicBezTo>
                    <a:pt x="0" y="3477"/>
                    <a:pt x="1239" y="6453"/>
                    <a:pt x="3691" y="6453"/>
                  </a:cubicBezTo>
                </a:path>
              </a:pathLst>
            </a:custGeom>
            <a:noFill/>
            <a:ln w="900" cap="flat" cmpd="sng">
              <a:solidFill>
                <a:srgbClr val="25214D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1" name="Google Shape;2941;p79"/>
          <p:cNvGrpSpPr/>
          <p:nvPr/>
        </p:nvGrpSpPr>
        <p:grpSpPr>
          <a:xfrm>
            <a:off x="6882237" y="3463252"/>
            <a:ext cx="299795" cy="894735"/>
            <a:chOff x="5692164" y="3376151"/>
            <a:chExt cx="326360" cy="974021"/>
          </a:xfrm>
        </p:grpSpPr>
        <p:sp>
          <p:nvSpPr>
            <p:cNvPr id="2942" name="Google Shape;2942;p79"/>
            <p:cNvSpPr/>
            <p:nvPr/>
          </p:nvSpPr>
          <p:spPr>
            <a:xfrm>
              <a:off x="5825314" y="3480145"/>
              <a:ext cx="60039" cy="43292"/>
            </a:xfrm>
            <a:custGeom>
              <a:avLst/>
              <a:gdLst/>
              <a:ahLst/>
              <a:cxnLst/>
              <a:rect l="l" t="t" r="r" b="b"/>
              <a:pathLst>
                <a:path w="2990" h="2156" extrusionOk="0">
                  <a:moveTo>
                    <a:pt x="406" y="1"/>
                  </a:moveTo>
                  <a:lnTo>
                    <a:pt x="1" y="2156"/>
                  </a:lnTo>
                  <a:lnTo>
                    <a:pt x="2989" y="2156"/>
                  </a:lnTo>
                  <a:lnTo>
                    <a:pt x="25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79"/>
            <p:cNvSpPr/>
            <p:nvPr/>
          </p:nvSpPr>
          <p:spPr>
            <a:xfrm>
              <a:off x="5779411" y="3754137"/>
              <a:ext cx="75822" cy="462402"/>
            </a:xfrm>
            <a:custGeom>
              <a:avLst/>
              <a:gdLst/>
              <a:ahLst/>
              <a:cxnLst/>
              <a:rect l="l" t="t" r="r" b="b"/>
              <a:pathLst>
                <a:path w="3776" h="23028" extrusionOk="0">
                  <a:moveTo>
                    <a:pt x="299" y="0"/>
                  </a:moveTo>
                  <a:lnTo>
                    <a:pt x="239" y="679"/>
                  </a:lnTo>
                  <a:cubicBezTo>
                    <a:pt x="1" y="3620"/>
                    <a:pt x="49" y="5453"/>
                    <a:pt x="382" y="8382"/>
                  </a:cubicBezTo>
                  <a:lnTo>
                    <a:pt x="1037" y="13026"/>
                  </a:lnTo>
                  <a:lnTo>
                    <a:pt x="1739" y="23027"/>
                  </a:lnTo>
                  <a:lnTo>
                    <a:pt x="3775" y="23027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rgbClr val="FD663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79"/>
            <p:cNvSpPr/>
            <p:nvPr/>
          </p:nvSpPr>
          <p:spPr>
            <a:xfrm>
              <a:off x="5786600" y="3801224"/>
              <a:ext cx="13152" cy="166423"/>
            </a:xfrm>
            <a:custGeom>
              <a:avLst/>
              <a:gdLst/>
              <a:ahLst/>
              <a:cxnLst/>
              <a:rect l="l" t="t" r="r" b="b"/>
              <a:pathLst>
                <a:path w="655" h="8288" fill="none" extrusionOk="0">
                  <a:moveTo>
                    <a:pt x="655" y="8288"/>
                  </a:moveTo>
                  <a:lnTo>
                    <a:pt x="488" y="7037"/>
                  </a:lnTo>
                  <a:lnTo>
                    <a:pt x="334" y="6002"/>
                  </a:lnTo>
                  <a:cubicBezTo>
                    <a:pt x="72" y="3620"/>
                    <a:pt x="0" y="2001"/>
                    <a:pt x="84" y="1"/>
                  </a:cubicBezTo>
                </a:path>
              </a:pathLst>
            </a:custGeom>
            <a:solidFill>
              <a:srgbClr val="FD6633">
                <a:alpha val="70000"/>
              </a:srgbClr>
            </a:solidFill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79"/>
            <p:cNvSpPr/>
            <p:nvPr/>
          </p:nvSpPr>
          <p:spPr>
            <a:xfrm>
              <a:off x="5855213" y="3754137"/>
              <a:ext cx="75802" cy="462402"/>
            </a:xfrm>
            <a:custGeom>
              <a:avLst/>
              <a:gdLst/>
              <a:ahLst/>
              <a:cxnLst/>
              <a:rect l="l" t="t" r="r" b="b"/>
              <a:pathLst>
                <a:path w="3775" h="23028" extrusionOk="0">
                  <a:moveTo>
                    <a:pt x="0" y="0"/>
                  </a:moveTo>
                  <a:lnTo>
                    <a:pt x="0" y="23027"/>
                  </a:lnTo>
                  <a:lnTo>
                    <a:pt x="2048" y="23027"/>
                  </a:lnTo>
                  <a:lnTo>
                    <a:pt x="2751" y="13026"/>
                  </a:lnTo>
                  <a:lnTo>
                    <a:pt x="3405" y="8382"/>
                  </a:lnTo>
                  <a:cubicBezTo>
                    <a:pt x="3739" y="5453"/>
                    <a:pt x="3775" y="3620"/>
                    <a:pt x="3548" y="679"/>
                  </a:cubicBezTo>
                  <a:lnTo>
                    <a:pt x="3489" y="0"/>
                  </a:lnTo>
                  <a:close/>
                </a:path>
              </a:pathLst>
            </a:custGeom>
            <a:solidFill>
              <a:srgbClr val="FD663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79"/>
            <p:cNvSpPr/>
            <p:nvPr/>
          </p:nvSpPr>
          <p:spPr>
            <a:xfrm>
              <a:off x="5892502" y="4064212"/>
              <a:ext cx="8152" cy="115018"/>
            </a:xfrm>
            <a:custGeom>
              <a:avLst/>
              <a:gdLst/>
              <a:ahLst/>
              <a:cxnLst/>
              <a:rect l="l" t="t" r="r" b="b"/>
              <a:pathLst>
                <a:path w="406" h="5728" fill="none" extrusionOk="0">
                  <a:moveTo>
                    <a:pt x="405" y="1"/>
                  </a:moveTo>
                  <a:lnTo>
                    <a:pt x="1" y="5728"/>
                  </a:lnTo>
                </a:path>
              </a:pathLst>
            </a:custGeom>
            <a:solidFill>
              <a:schemeClr val="lt2"/>
            </a:solidFill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79"/>
            <p:cNvSpPr/>
            <p:nvPr/>
          </p:nvSpPr>
          <p:spPr>
            <a:xfrm>
              <a:off x="5706019" y="4216519"/>
              <a:ext cx="298630" cy="116444"/>
            </a:xfrm>
            <a:custGeom>
              <a:avLst/>
              <a:gdLst/>
              <a:ahLst/>
              <a:cxnLst/>
              <a:rect l="l" t="t" r="r" b="b"/>
              <a:pathLst>
                <a:path w="14872" h="5799" extrusionOk="0">
                  <a:moveTo>
                    <a:pt x="1727" y="0"/>
                  </a:moveTo>
                  <a:cubicBezTo>
                    <a:pt x="775" y="0"/>
                    <a:pt x="1" y="774"/>
                    <a:pt x="1" y="1726"/>
                  </a:cubicBezTo>
                  <a:lnTo>
                    <a:pt x="1" y="5798"/>
                  </a:lnTo>
                  <a:lnTo>
                    <a:pt x="14872" y="5798"/>
                  </a:lnTo>
                  <a:lnTo>
                    <a:pt x="14872" y="1726"/>
                  </a:lnTo>
                  <a:cubicBezTo>
                    <a:pt x="14872" y="774"/>
                    <a:pt x="14098" y="0"/>
                    <a:pt x="13157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9"/>
            <p:cNvSpPr/>
            <p:nvPr/>
          </p:nvSpPr>
          <p:spPr>
            <a:xfrm>
              <a:off x="5713187" y="4223928"/>
              <a:ext cx="257044" cy="61686"/>
            </a:xfrm>
            <a:custGeom>
              <a:avLst/>
              <a:gdLst/>
              <a:ahLst/>
              <a:cxnLst/>
              <a:rect l="l" t="t" r="r" b="b"/>
              <a:pathLst>
                <a:path w="12801" h="3072" fill="none" extrusionOk="0">
                  <a:moveTo>
                    <a:pt x="1" y="3072"/>
                  </a:moveTo>
                  <a:lnTo>
                    <a:pt x="1" y="1357"/>
                  </a:lnTo>
                  <a:cubicBezTo>
                    <a:pt x="1" y="607"/>
                    <a:pt x="608" y="0"/>
                    <a:pt x="1358" y="0"/>
                  </a:cubicBezTo>
                  <a:lnTo>
                    <a:pt x="12800" y="0"/>
                  </a:lnTo>
                </a:path>
              </a:pathLst>
            </a:custGeom>
            <a:noFill/>
            <a:ln w="15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9"/>
            <p:cNvSpPr/>
            <p:nvPr/>
          </p:nvSpPr>
          <p:spPr>
            <a:xfrm>
              <a:off x="5692164" y="4332943"/>
              <a:ext cx="326360" cy="17229"/>
            </a:xfrm>
            <a:custGeom>
              <a:avLst/>
              <a:gdLst/>
              <a:ahLst/>
              <a:cxnLst/>
              <a:rect l="l" t="t" r="r" b="b"/>
              <a:pathLst>
                <a:path w="16253" h="858" extrusionOk="0">
                  <a:moveTo>
                    <a:pt x="417" y="0"/>
                  </a:moveTo>
                  <a:cubicBezTo>
                    <a:pt x="191" y="0"/>
                    <a:pt x="0" y="191"/>
                    <a:pt x="0" y="429"/>
                  </a:cubicBezTo>
                  <a:cubicBezTo>
                    <a:pt x="0" y="667"/>
                    <a:pt x="191" y="858"/>
                    <a:pt x="417" y="858"/>
                  </a:cubicBezTo>
                  <a:lnTo>
                    <a:pt x="15836" y="858"/>
                  </a:lnTo>
                  <a:cubicBezTo>
                    <a:pt x="16062" y="858"/>
                    <a:pt x="16252" y="667"/>
                    <a:pt x="16252" y="429"/>
                  </a:cubicBezTo>
                  <a:cubicBezTo>
                    <a:pt x="16252" y="191"/>
                    <a:pt x="16062" y="0"/>
                    <a:pt x="15836" y="0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9"/>
            <p:cNvSpPr/>
            <p:nvPr/>
          </p:nvSpPr>
          <p:spPr>
            <a:xfrm>
              <a:off x="5855213" y="3810320"/>
              <a:ext cx="20" cy="400716"/>
            </a:xfrm>
            <a:custGeom>
              <a:avLst/>
              <a:gdLst/>
              <a:ahLst/>
              <a:cxnLst/>
              <a:rect l="l" t="t" r="r" b="b"/>
              <a:pathLst>
                <a:path w="1" h="19956" fill="none" extrusionOk="0">
                  <a:moveTo>
                    <a:pt x="0" y="0"/>
                  </a:moveTo>
                  <a:lnTo>
                    <a:pt x="0" y="19955"/>
                  </a:lnTo>
                </a:path>
              </a:pathLst>
            </a:custGeom>
            <a:solidFill>
              <a:srgbClr val="FD6633">
                <a:alpha val="70000"/>
              </a:srgbClr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9"/>
            <p:cNvSpPr/>
            <p:nvPr/>
          </p:nvSpPr>
          <p:spPr>
            <a:xfrm>
              <a:off x="5808106" y="3999193"/>
              <a:ext cx="36124" cy="12932"/>
            </a:xfrm>
            <a:custGeom>
              <a:avLst/>
              <a:gdLst/>
              <a:ahLst/>
              <a:cxnLst/>
              <a:rect l="l" t="t" r="r" b="b"/>
              <a:pathLst>
                <a:path w="1799" h="644" fill="none" extrusionOk="0">
                  <a:moveTo>
                    <a:pt x="1" y="0"/>
                  </a:moveTo>
                  <a:cubicBezTo>
                    <a:pt x="417" y="643"/>
                    <a:pt x="1370" y="643"/>
                    <a:pt x="1799" y="0"/>
                  </a:cubicBezTo>
                </a:path>
              </a:pathLst>
            </a:custGeom>
            <a:solidFill>
              <a:schemeClr val="lt2"/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9"/>
            <p:cNvSpPr/>
            <p:nvPr/>
          </p:nvSpPr>
          <p:spPr>
            <a:xfrm>
              <a:off x="5866438" y="3999193"/>
              <a:ext cx="36124" cy="12932"/>
            </a:xfrm>
            <a:custGeom>
              <a:avLst/>
              <a:gdLst/>
              <a:ahLst/>
              <a:cxnLst/>
              <a:rect l="l" t="t" r="r" b="b"/>
              <a:pathLst>
                <a:path w="1799" h="644" fill="none" extrusionOk="0">
                  <a:moveTo>
                    <a:pt x="1" y="0"/>
                  </a:moveTo>
                  <a:cubicBezTo>
                    <a:pt x="418" y="643"/>
                    <a:pt x="1382" y="643"/>
                    <a:pt x="1799" y="0"/>
                  </a:cubicBezTo>
                </a:path>
              </a:pathLst>
            </a:custGeom>
            <a:solidFill>
              <a:schemeClr val="lt2"/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79"/>
            <p:cNvSpPr/>
            <p:nvPr/>
          </p:nvSpPr>
          <p:spPr>
            <a:xfrm>
              <a:off x="5809310" y="3376151"/>
              <a:ext cx="92308" cy="121243"/>
            </a:xfrm>
            <a:custGeom>
              <a:avLst/>
              <a:gdLst/>
              <a:ahLst/>
              <a:cxnLst/>
              <a:rect l="l" t="t" r="r" b="b"/>
              <a:pathLst>
                <a:path w="4597" h="6038" extrusionOk="0">
                  <a:moveTo>
                    <a:pt x="2298" y="1"/>
                  </a:moveTo>
                  <a:cubicBezTo>
                    <a:pt x="1227" y="1"/>
                    <a:pt x="346" y="525"/>
                    <a:pt x="191" y="1453"/>
                  </a:cubicBezTo>
                  <a:lnTo>
                    <a:pt x="0" y="3799"/>
                  </a:lnTo>
                  <a:cubicBezTo>
                    <a:pt x="0" y="3811"/>
                    <a:pt x="0" y="3811"/>
                    <a:pt x="0" y="3811"/>
                  </a:cubicBezTo>
                  <a:lnTo>
                    <a:pt x="0" y="3823"/>
                  </a:lnTo>
                  <a:lnTo>
                    <a:pt x="0" y="4025"/>
                  </a:lnTo>
                  <a:cubicBezTo>
                    <a:pt x="60" y="5156"/>
                    <a:pt x="1084" y="6037"/>
                    <a:pt x="2298" y="6037"/>
                  </a:cubicBezTo>
                  <a:cubicBezTo>
                    <a:pt x="3513" y="6037"/>
                    <a:pt x="4525" y="5156"/>
                    <a:pt x="4596" y="4025"/>
                  </a:cubicBezTo>
                  <a:cubicBezTo>
                    <a:pt x="4596" y="3894"/>
                    <a:pt x="4584" y="3763"/>
                    <a:pt x="4572" y="3632"/>
                  </a:cubicBezTo>
                  <a:lnTo>
                    <a:pt x="4417" y="1679"/>
                  </a:lnTo>
                  <a:cubicBezTo>
                    <a:pt x="4417" y="1632"/>
                    <a:pt x="4417" y="1584"/>
                    <a:pt x="4406" y="1525"/>
                  </a:cubicBezTo>
                  <a:lnTo>
                    <a:pt x="4406" y="1453"/>
                  </a:lnTo>
                  <a:cubicBezTo>
                    <a:pt x="4263" y="525"/>
                    <a:pt x="3382" y="1"/>
                    <a:pt x="2298" y="1"/>
                  </a:cubicBezTo>
                  <a:close/>
                </a:path>
              </a:pathLst>
            </a:custGeom>
            <a:solidFill>
              <a:srgbClr val="FD663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9"/>
            <p:cNvSpPr/>
            <p:nvPr/>
          </p:nvSpPr>
          <p:spPr>
            <a:xfrm>
              <a:off x="5817202" y="3408419"/>
              <a:ext cx="13634" cy="71284"/>
            </a:xfrm>
            <a:custGeom>
              <a:avLst/>
              <a:gdLst/>
              <a:ahLst/>
              <a:cxnLst/>
              <a:rect l="l" t="t" r="r" b="b"/>
              <a:pathLst>
                <a:path w="679" h="3550" fill="none" extrusionOk="0">
                  <a:moveTo>
                    <a:pt x="679" y="3549"/>
                  </a:moveTo>
                  <a:cubicBezTo>
                    <a:pt x="286" y="3263"/>
                    <a:pt x="24" y="2823"/>
                    <a:pt x="0" y="2335"/>
                  </a:cubicBezTo>
                  <a:cubicBezTo>
                    <a:pt x="0" y="2275"/>
                    <a:pt x="0" y="2227"/>
                    <a:pt x="0" y="2168"/>
                  </a:cubicBezTo>
                  <a:lnTo>
                    <a:pt x="0" y="2144"/>
                  </a:lnTo>
                  <a:lnTo>
                    <a:pt x="191" y="1"/>
                  </a:lnTo>
                </a:path>
              </a:pathLst>
            </a:custGeom>
            <a:solidFill>
              <a:schemeClr val="lt2"/>
            </a:solidFill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9"/>
            <p:cNvSpPr/>
            <p:nvPr/>
          </p:nvSpPr>
          <p:spPr>
            <a:xfrm>
              <a:off x="5751922" y="3511490"/>
              <a:ext cx="206824" cy="242667"/>
            </a:xfrm>
            <a:custGeom>
              <a:avLst/>
              <a:gdLst/>
              <a:ahLst/>
              <a:cxnLst/>
              <a:rect l="l" t="t" r="r" b="b"/>
              <a:pathLst>
                <a:path w="10300" h="12085" extrusionOk="0">
                  <a:moveTo>
                    <a:pt x="5157" y="1"/>
                  </a:moveTo>
                  <a:cubicBezTo>
                    <a:pt x="4708" y="1"/>
                    <a:pt x="4259" y="20"/>
                    <a:pt x="3811" y="59"/>
                  </a:cubicBezTo>
                  <a:cubicBezTo>
                    <a:pt x="3084" y="119"/>
                    <a:pt x="2358" y="226"/>
                    <a:pt x="1656" y="392"/>
                  </a:cubicBezTo>
                  <a:cubicBezTo>
                    <a:pt x="1025" y="547"/>
                    <a:pt x="406" y="666"/>
                    <a:pt x="1" y="1226"/>
                  </a:cubicBezTo>
                  <a:lnTo>
                    <a:pt x="1251" y="9358"/>
                  </a:lnTo>
                  <a:lnTo>
                    <a:pt x="1668" y="12084"/>
                  </a:lnTo>
                  <a:lnTo>
                    <a:pt x="8633" y="12084"/>
                  </a:lnTo>
                  <a:lnTo>
                    <a:pt x="8978" y="9810"/>
                  </a:lnTo>
                  <a:lnTo>
                    <a:pt x="10300" y="1226"/>
                  </a:lnTo>
                  <a:cubicBezTo>
                    <a:pt x="10062" y="893"/>
                    <a:pt x="9728" y="666"/>
                    <a:pt x="9347" y="559"/>
                  </a:cubicBezTo>
                  <a:lnTo>
                    <a:pt x="9335" y="559"/>
                  </a:lnTo>
                  <a:lnTo>
                    <a:pt x="9169" y="523"/>
                  </a:lnTo>
                  <a:lnTo>
                    <a:pt x="9157" y="523"/>
                  </a:lnTo>
                  <a:lnTo>
                    <a:pt x="8978" y="476"/>
                  </a:lnTo>
                  <a:lnTo>
                    <a:pt x="8919" y="464"/>
                  </a:lnTo>
                  <a:lnTo>
                    <a:pt x="8788" y="428"/>
                  </a:lnTo>
                  <a:lnTo>
                    <a:pt x="8716" y="416"/>
                  </a:lnTo>
                  <a:cubicBezTo>
                    <a:pt x="7547" y="139"/>
                    <a:pt x="6353" y="1"/>
                    <a:pt x="5157" y="1"/>
                  </a:cubicBezTo>
                  <a:close/>
                </a:path>
              </a:pathLst>
            </a:custGeom>
            <a:solidFill>
              <a:srgbClr val="FD663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9"/>
            <p:cNvSpPr/>
            <p:nvPr/>
          </p:nvSpPr>
          <p:spPr>
            <a:xfrm>
              <a:off x="5855213" y="3562393"/>
              <a:ext cx="20" cy="70320"/>
            </a:xfrm>
            <a:custGeom>
              <a:avLst/>
              <a:gdLst/>
              <a:ahLst/>
              <a:cxnLst/>
              <a:rect l="l" t="t" r="r" b="b"/>
              <a:pathLst>
                <a:path w="1" h="3502" fill="none" extrusionOk="0">
                  <a:moveTo>
                    <a:pt x="0" y="1"/>
                  </a:moveTo>
                  <a:lnTo>
                    <a:pt x="0" y="3501"/>
                  </a:lnTo>
                </a:path>
              </a:pathLst>
            </a:custGeom>
            <a:solidFill>
              <a:schemeClr val="lt2"/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9"/>
            <p:cNvSpPr/>
            <p:nvPr/>
          </p:nvSpPr>
          <p:spPr>
            <a:xfrm>
              <a:off x="5835374" y="3535847"/>
              <a:ext cx="148472" cy="174033"/>
            </a:xfrm>
            <a:custGeom>
              <a:avLst/>
              <a:gdLst/>
              <a:ahLst/>
              <a:cxnLst/>
              <a:rect l="l" t="t" r="r" b="b"/>
              <a:pathLst>
                <a:path w="7394" h="8667" extrusionOk="0">
                  <a:moveTo>
                    <a:pt x="6144" y="1"/>
                  </a:moveTo>
                  <a:lnTo>
                    <a:pt x="5179" y="6299"/>
                  </a:lnTo>
                  <a:lnTo>
                    <a:pt x="2346" y="6597"/>
                  </a:lnTo>
                  <a:cubicBezTo>
                    <a:pt x="1822" y="6418"/>
                    <a:pt x="1286" y="6299"/>
                    <a:pt x="738" y="6228"/>
                  </a:cubicBezTo>
                  <a:cubicBezTo>
                    <a:pt x="71" y="6776"/>
                    <a:pt x="0" y="7752"/>
                    <a:pt x="572" y="8395"/>
                  </a:cubicBezTo>
                  <a:lnTo>
                    <a:pt x="619" y="8443"/>
                  </a:lnTo>
                  <a:cubicBezTo>
                    <a:pt x="1179" y="8419"/>
                    <a:pt x="1726" y="8335"/>
                    <a:pt x="2274" y="8181"/>
                  </a:cubicBezTo>
                  <a:cubicBezTo>
                    <a:pt x="2786" y="8288"/>
                    <a:pt x="3310" y="8383"/>
                    <a:pt x="3846" y="8466"/>
                  </a:cubicBezTo>
                  <a:cubicBezTo>
                    <a:pt x="4322" y="8550"/>
                    <a:pt x="4822" y="8609"/>
                    <a:pt x="5310" y="8645"/>
                  </a:cubicBezTo>
                  <a:cubicBezTo>
                    <a:pt x="5444" y="8654"/>
                    <a:pt x="5611" y="8666"/>
                    <a:pt x="5785" y="8666"/>
                  </a:cubicBezTo>
                  <a:cubicBezTo>
                    <a:pt x="6076" y="8666"/>
                    <a:pt x="6387" y="8632"/>
                    <a:pt x="6596" y="8490"/>
                  </a:cubicBezTo>
                  <a:cubicBezTo>
                    <a:pt x="6608" y="8478"/>
                    <a:pt x="6632" y="8466"/>
                    <a:pt x="6644" y="8454"/>
                  </a:cubicBezTo>
                  <a:cubicBezTo>
                    <a:pt x="7394" y="7800"/>
                    <a:pt x="7203" y="6264"/>
                    <a:pt x="7144" y="5383"/>
                  </a:cubicBezTo>
                  <a:cubicBezTo>
                    <a:pt x="7049" y="4061"/>
                    <a:pt x="6858" y="2763"/>
                    <a:pt x="6584" y="1477"/>
                  </a:cubicBezTo>
                  <a:cubicBezTo>
                    <a:pt x="6525" y="1180"/>
                    <a:pt x="6477" y="882"/>
                    <a:pt x="6406" y="584"/>
                  </a:cubicBezTo>
                  <a:cubicBezTo>
                    <a:pt x="6358" y="370"/>
                    <a:pt x="6263" y="180"/>
                    <a:pt x="6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9"/>
            <p:cNvSpPr/>
            <p:nvPr/>
          </p:nvSpPr>
          <p:spPr>
            <a:xfrm>
              <a:off x="5860233" y="3695804"/>
              <a:ext cx="81786" cy="9819"/>
            </a:xfrm>
            <a:custGeom>
              <a:avLst/>
              <a:gdLst/>
              <a:ahLst/>
              <a:cxnLst/>
              <a:rect l="l" t="t" r="r" b="b"/>
              <a:pathLst>
                <a:path w="4073" h="489" fill="none" extrusionOk="0">
                  <a:moveTo>
                    <a:pt x="0" y="226"/>
                  </a:moveTo>
                  <a:cubicBezTo>
                    <a:pt x="346" y="179"/>
                    <a:pt x="691" y="96"/>
                    <a:pt x="1024" y="0"/>
                  </a:cubicBezTo>
                  <a:cubicBezTo>
                    <a:pt x="1548" y="119"/>
                    <a:pt x="2072" y="215"/>
                    <a:pt x="2596" y="298"/>
                  </a:cubicBezTo>
                  <a:cubicBezTo>
                    <a:pt x="3084" y="393"/>
                    <a:pt x="3572" y="453"/>
                    <a:pt x="4072" y="488"/>
                  </a:cubicBezTo>
                </a:path>
              </a:pathLst>
            </a:custGeom>
            <a:solidFill>
              <a:schemeClr val="lt2"/>
            </a:solidFill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9"/>
            <p:cNvSpPr/>
            <p:nvPr/>
          </p:nvSpPr>
          <p:spPr>
            <a:xfrm>
              <a:off x="5728970" y="3536088"/>
              <a:ext cx="142508" cy="172347"/>
            </a:xfrm>
            <a:custGeom>
              <a:avLst/>
              <a:gdLst/>
              <a:ahLst/>
              <a:cxnLst/>
              <a:rect l="l" t="t" r="r" b="b"/>
              <a:pathLst>
                <a:path w="7097" h="8583" extrusionOk="0">
                  <a:moveTo>
                    <a:pt x="1156" y="1"/>
                  </a:moveTo>
                  <a:cubicBezTo>
                    <a:pt x="1025" y="179"/>
                    <a:pt x="929" y="394"/>
                    <a:pt x="882" y="620"/>
                  </a:cubicBezTo>
                  <a:cubicBezTo>
                    <a:pt x="882" y="632"/>
                    <a:pt x="763" y="1168"/>
                    <a:pt x="763" y="1215"/>
                  </a:cubicBezTo>
                  <a:cubicBezTo>
                    <a:pt x="548" y="2251"/>
                    <a:pt x="358" y="3299"/>
                    <a:pt x="239" y="4359"/>
                  </a:cubicBezTo>
                  <a:cubicBezTo>
                    <a:pt x="108" y="5418"/>
                    <a:pt x="1" y="6490"/>
                    <a:pt x="132" y="7549"/>
                  </a:cubicBezTo>
                  <a:cubicBezTo>
                    <a:pt x="179" y="7954"/>
                    <a:pt x="310" y="8502"/>
                    <a:pt x="787" y="8573"/>
                  </a:cubicBezTo>
                  <a:cubicBezTo>
                    <a:pt x="837" y="8579"/>
                    <a:pt x="888" y="8582"/>
                    <a:pt x="938" y="8582"/>
                  </a:cubicBezTo>
                  <a:cubicBezTo>
                    <a:pt x="1089" y="8582"/>
                    <a:pt x="1239" y="8556"/>
                    <a:pt x="1382" y="8502"/>
                  </a:cubicBezTo>
                  <a:cubicBezTo>
                    <a:pt x="1727" y="8407"/>
                    <a:pt x="2061" y="8276"/>
                    <a:pt x="2394" y="8133"/>
                  </a:cubicBezTo>
                  <a:cubicBezTo>
                    <a:pt x="3275" y="7728"/>
                    <a:pt x="4144" y="7276"/>
                    <a:pt x="4978" y="6787"/>
                  </a:cubicBezTo>
                  <a:cubicBezTo>
                    <a:pt x="5197" y="6799"/>
                    <a:pt x="5390" y="6804"/>
                    <a:pt x="5560" y="6804"/>
                  </a:cubicBezTo>
                  <a:cubicBezTo>
                    <a:pt x="6240" y="6804"/>
                    <a:pt x="6537" y="6728"/>
                    <a:pt x="6537" y="6728"/>
                  </a:cubicBezTo>
                  <a:cubicBezTo>
                    <a:pt x="7097" y="5966"/>
                    <a:pt x="7002" y="4906"/>
                    <a:pt x="6311" y="4263"/>
                  </a:cubicBezTo>
                  <a:lnTo>
                    <a:pt x="6299" y="4251"/>
                  </a:lnTo>
                  <a:cubicBezTo>
                    <a:pt x="5168" y="4525"/>
                    <a:pt x="4704" y="5144"/>
                    <a:pt x="4704" y="5144"/>
                  </a:cubicBezTo>
                  <a:lnTo>
                    <a:pt x="2025" y="5668"/>
                  </a:lnTo>
                  <a:lnTo>
                    <a:pt x="1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9"/>
            <p:cNvSpPr/>
            <p:nvPr/>
          </p:nvSpPr>
          <p:spPr>
            <a:xfrm>
              <a:off x="5760295" y="3629580"/>
              <a:ext cx="83693" cy="26305"/>
            </a:xfrm>
            <a:custGeom>
              <a:avLst/>
              <a:gdLst/>
              <a:ahLst/>
              <a:cxnLst/>
              <a:rect l="l" t="t" r="r" b="b"/>
              <a:pathLst>
                <a:path w="4168" h="1310" fill="none" extrusionOk="0">
                  <a:moveTo>
                    <a:pt x="4168" y="0"/>
                  </a:moveTo>
                  <a:cubicBezTo>
                    <a:pt x="3822" y="155"/>
                    <a:pt x="3525" y="381"/>
                    <a:pt x="3275" y="679"/>
                  </a:cubicBezTo>
                  <a:lnTo>
                    <a:pt x="0" y="1310"/>
                  </a:lnTo>
                </a:path>
              </a:pathLst>
            </a:custGeom>
            <a:solidFill>
              <a:schemeClr val="lt2"/>
            </a:solidFill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9"/>
            <p:cNvSpPr/>
            <p:nvPr/>
          </p:nvSpPr>
          <p:spPr>
            <a:xfrm>
              <a:off x="5774391" y="3587734"/>
              <a:ext cx="73674" cy="20582"/>
            </a:xfrm>
            <a:custGeom>
              <a:avLst/>
              <a:gdLst/>
              <a:ahLst/>
              <a:cxnLst/>
              <a:rect l="l" t="t" r="r" b="b"/>
              <a:pathLst>
                <a:path w="3669" h="1025" fill="none" extrusionOk="0">
                  <a:moveTo>
                    <a:pt x="1" y="1"/>
                  </a:moveTo>
                  <a:lnTo>
                    <a:pt x="334" y="465"/>
                  </a:lnTo>
                  <a:cubicBezTo>
                    <a:pt x="525" y="715"/>
                    <a:pt x="822" y="870"/>
                    <a:pt x="1132" y="894"/>
                  </a:cubicBezTo>
                  <a:lnTo>
                    <a:pt x="2763" y="1013"/>
                  </a:lnTo>
                  <a:cubicBezTo>
                    <a:pt x="3037" y="1025"/>
                    <a:pt x="3311" y="977"/>
                    <a:pt x="3549" y="846"/>
                  </a:cubicBezTo>
                  <a:lnTo>
                    <a:pt x="3668" y="798"/>
                  </a:lnTo>
                </a:path>
              </a:pathLst>
            </a:custGeom>
            <a:solidFill>
              <a:schemeClr val="lt2"/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9"/>
            <p:cNvSpPr/>
            <p:nvPr/>
          </p:nvSpPr>
          <p:spPr>
            <a:xfrm>
              <a:off x="5862623" y="3587734"/>
              <a:ext cx="73653" cy="20582"/>
            </a:xfrm>
            <a:custGeom>
              <a:avLst/>
              <a:gdLst/>
              <a:ahLst/>
              <a:cxnLst/>
              <a:rect l="l" t="t" r="r" b="b"/>
              <a:pathLst>
                <a:path w="3668" h="1025" fill="none" extrusionOk="0">
                  <a:moveTo>
                    <a:pt x="3667" y="1"/>
                  </a:moveTo>
                  <a:lnTo>
                    <a:pt x="3322" y="465"/>
                  </a:lnTo>
                  <a:cubicBezTo>
                    <a:pt x="3144" y="715"/>
                    <a:pt x="2846" y="870"/>
                    <a:pt x="2536" y="894"/>
                  </a:cubicBezTo>
                  <a:lnTo>
                    <a:pt x="905" y="1013"/>
                  </a:lnTo>
                  <a:cubicBezTo>
                    <a:pt x="631" y="1025"/>
                    <a:pt x="358" y="977"/>
                    <a:pt x="119" y="846"/>
                  </a:cubicBezTo>
                  <a:lnTo>
                    <a:pt x="0" y="798"/>
                  </a:lnTo>
                </a:path>
              </a:pathLst>
            </a:custGeom>
            <a:solidFill>
              <a:schemeClr val="lt2"/>
            </a:solidFill>
            <a:ln w="3875" cap="rnd" cmpd="sng">
              <a:solidFill>
                <a:srgbClr val="F7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9"/>
            <p:cNvSpPr/>
            <p:nvPr/>
          </p:nvSpPr>
          <p:spPr>
            <a:xfrm>
              <a:off x="5702204" y="4337481"/>
              <a:ext cx="211121" cy="20"/>
            </a:xfrm>
            <a:custGeom>
              <a:avLst/>
              <a:gdLst/>
              <a:ahLst/>
              <a:cxnLst/>
              <a:rect l="l" t="t" r="r" b="b"/>
              <a:pathLst>
                <a:path w="10514" h="1" fill="none" extrusionOk="0">
                  <a:moveTo>
                    <a:pt x="0" y="1"/>
                  </a:moveTo>
                  <a:lnTo>
                    <a:pt x="10513" y="1"/>
                  </a:lnTo>
                </a:path>
              </a:pathLst>
            </a:custGeom>
            <a:noFill/>
            <a:ln w="1500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4" name="Google Shape;2964;p79"/>
          <p:cNvGrpSpPr/>
          <p:nvPr/>
        </p:nvGrpSpPr>
        <p:grpSpPr>
          <a:xfrm>
            <a:off x="2614169" y="3396469"/>
            <a:ext cx="1120292" cy="1048382"/>
            <a:chOff x="3169540" y="3303481"/>
            <a:chExt cx="1400540" cy="1310642"/>
          </a:xfrm>
        </p:grpSpPr>
        <p:sp>
          <p:nvSpPr>
            <p:cNvPr id="2965" name="Google Shape;2965;p79"/>
            <p:cNvSpPr/>
            <p:nvPr/>
          </p:nvSpPr>
          <p:spPr>
            <a:xfrm>
              <a:off x="3211146" y="3566690"/>
              <a:ext cx="1329758" cy="1047433"/>
            </a:xfrm>
            <a:custGeom>
              <a:avLst/>
              <a:gdLst/>
              <a:ahLst/>
              <a:cxnLst/>
              <a:rect l="l" t="t" r="r" b="b"/>
              <a:pathLst>
                <a:path w="66223" h="52163" extrusionOk="0">
                  <a:moveTo>
                    <a:pt x="0" y="1"/>
                  </a:moveTo>
                  <a:lnTo>
                    <a:pt x="0" y="52162"/>
                  </a:lnTo>
                  <a:lnTo>
                    <a:pt x="66223" y="52162"/>
                  </a:lnTo>
                  <a:lnTo>
                    <a:pt x="662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9"/>
            <p:cNvSpPr/>
            <p:nvPr/>
          </p:nvSpPr>
          <p:spPr>
            <a:xfrm>
              <a:off x="3181729" y="3566690"/>
              <a:ext cx="1388351" cy="146343"/>
            </a:xfrm>
            <a:custGeom>
              <a:avLst/>
              <a:gdLst/>
              <a:ahLst/>
              <a:cxnLst/>
              <a:rect l="l" t="t" r="r" b="b"/>
              <a:pathLst>
                <a:path w="69141" h="7288" extrusionOk="0">
                  <a:moveTo>
                    <a:pt x="1" y="1"/>
                  </a:moveTo>
                  <a:lnTo>
                    <a:pt x="1" y="7288"/>
                  </a:lnTo>
                  <a:lnTo>
                    <a:pt x="69140" y="7288"/>
                  </a:lnTo>
                  <a:lnTo>
                    <a:pt x="69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9"/>
            <p:cNvSpPr/>
            <p:nvPr/>
          </p:nvSpPr>
          <p:spPr>
            <a:xfrm>
              <a:off x="3227975" y="3572963"/>
              <a:ext cx="336902" cy="137125"/>
            </a:xfrm>
            <a:custGeom>
              <a:avLst/>
              <a:gdLst/>
              <a:ahLst/>
              <a:cxnLst/>
              <a:rect l="l" t="t" r="r" b="b"/>
              <a:pathLst>
                <a:path w="20277" h="14419" extrusionOk="0">
                  <a:moveTo>
                    <a:pt x="12121" y="0"/>
                  </a:moveTo>
                  <a:lnTo>
                    <a:pt x="0" y="14419"/>
                  </a:lnTo>
                  <a:lnTo>
                    <a:pt x="8144" y="14419"/>
                  </a:lnTo>
                  <a:lnTo>
                    <a:pt x="20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9"/>
            <p:cNvSpPr/>
            <p:nvPr/>
          </p:nvSpPr>
          <p:spPr>
            <a:xfrm>
              <a:off x="3469344" y="3566754"/>
              <a:ext cx="341414" cy="138963"/>
            </a:xfrm>
            <a:custGeom>
              <a:avLst/>
              <a:gdLst/>
              <a:ahLst/>
              <a:cxnLst/>
              <a:rect l="l" t="t" r="r" b="b"/>
              <a:pathLst>
                <a:path w="20277" h="14419" extrusionOk="0">
                  <a:moveTo>
                    <a:pt x="12133" y="0"/>
                  </a:moveTo>
                  <a:lnTo>
                    <a:pt x="0" y="14419"/>
                  </a:lnTo>
                  <a:lnTo>
                    <a:pt x="8144" y="14419"/>
                  </a:lnTo>
                  <a:lnTo>
                    <a:pt x="20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9"/>
            <p:cNvSpPr/>
            <p:nvPr/>
          </p:nvSpPr>
          <p:spPr>
            <a:xfrm>
              <a:off x="3831551" y="3566754"/>
              <a:ext cx="341414" cy="138963"/>
            </a:xfrm>
            <a:custGeom>
              <a:avLst/>
              <a:gdLst/>
              <a:ahLst/>
              <a:cxnLst/>
              <a:rect l="l" t="t" r="r" b="b"/>
              <a:pathLst>
                <a:path w="20277" h="14419" extrusionOk="0">
                  <a:moveTo>
                    <a:pt x="12133" y="0"/>
                  </a:moveTo>
                  <a:lnTo>
                    <a:pt x="0" y="14419"/>
                  </a:lnTo>
                  <a:lnTo>
                    <a:pt x="8144" y="14419"/>
                  </a:lnTo>
                  <a:lnTo>
                    <a:pt x="20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9"/>
            <p:cNvSpPr/>
            <p:nvPr/>
          </p:nvSpPr>
          <p:spPr>
            <a:xfrm>
              <a:off x="4164505" y="3563776"/>
              <a:ext cx="341414" cy="138963"/>
            </a:xfrm>
            <a:custGeom>
              <a:avLst/>
              <a:gdLst/>
              <a:ahLst/>
              <a:cxnLst/>
              <a:rect l="l" t="t" r="r" b="b"/>
              <a:pathLst>
                <a:path w="20277" h="14419" extrusionOk="0">
                  <a:moveTo>
                    <a:pt x="12132" y="0"/>
                  </a:moveTo>
                  <a:lnTo>
                    <a:pt x="0" y="14419"/>
                  </a:lnTo>
                  <a:lnTo>
                    <a:pt x="8156" y="14419"/>
                  </a:lnTo>
                  <a:lnTo>
                    <a:pt x="20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9"/>
            <p:cNvSpPr/>
            <p:nvPr/>
          </p:nvSpPr>
          <p:spPr>
            <a:xfrm>
              <a:off x="3169540" y="3303481"/>
              <a:ext cx="1395520" cy="263470"/>
            </a:xfrm>
            <a:custGeom>
              <a:avLst/>
              <a:gdLst/>
              <a:ahLst/>
              <a:cxnLst/>
              <a:rect l="l" t="t" r="r" b="b"/>
              <a:pathLst>
                <a:path w="69498" h="13121" extrusionOk="0">
                  <a:moveTo>
                    <a:pt x="68878" y="0"/>
                  </a:moveTo>
                  <a:lnTo>
                    <a:pt x="1" y="5858"/>
                  </a:lnTo>
                  <a:lnTo>
                    <a:pt x="620" y="13121"/>
                  </a:lnTo>
                  <a:lnTo>
                    <a:pt x="69497" y="7263"/>
                  </a:lnTo>
                  <a:lnTo>
                    <a:pt x="68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9"/>
            <p:cNvSpPr/>
            <p:nvPr/>
          </p:nvSpPr>
          <p:spPr>
            <a:xfrm>
              <a:off x="4234325" y="3330700"/>
              <a:ext cx="282208" cy="123858"/>
            </a:xfrm>
            <a:custGeom>
              <a:avLst/>
              <a:gdLst/>
              <a:ahLst/>
              <a:cxnLst/>
              <a:rect l="l" t="t" r="r" b="b"/>
              <a:pathLst>
                <a:path w="21420" h="14027" extrusionOk="0">
                  <a:moveTo>
                    <a:pt x="8109" y="1"/>
                  </a:moveTo>
                  <a:lnTo>
                    <a:pt x="1" y="691"/>
                  </a:lnTo>
                  <a:lnTo>
                    <a:pt x="13300" y="14026"/>
                  </a:lnTo>
                  <a:lnTo>
                    <a:pt x="21420" y="13336"/>
                  </a:lnTo>
                  <a:lnTo>
                    <a:pt x="8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9"/>
            <p:cNvSpPr/>
            <p:nvPr/>
          </p:nvSpPr>
          <p:spPr>
            <a:xfrm>
              <a:off x="3893200" y="3355224"/>
              <a:ext cx="282208" cy="137114"/>
            </a:xfrm>
            <a:custGeom>
              <a:avLst/>
              <a:gdLst/>
              <a:ahLst/>
              <a:cxnLst/>
              <a:rect l="l" t="t" r="r" b="b"/>
              <a:pathLst>
                <a:path w="21420" h="14027" extrusionOk="0">
                  <a:moveTo>
                    <a:pt x="8120" y="1"/>
                  </a:moveTo>
                  <a:lnTo>
                    <a:pt x="0" y="691"/>
                  </a:lnTo>
                  <a:lnTo>
                    <a:pt x="13299" y="14026"/>
                  </a:lnTo>
                  <a:lnTo>
                    <a:pt x="21419" y="13336"/>
                  </a:lnTo>
                  <a:lnTo>
                    <a:pt x="8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9"/>
            <p:cNvSpPr/>
            <p:nvPr/>
          </p:nvSpPr>
          <p:spPr>
            <a:xfrm>
              <a:off x="3552050" y="3379748"/>
              <a:ext cx="302076" cy="146337"/>
            </a:xfrm>
            <a:custGeom>
              <a:avLst/>
              <a:gdLst/>
              <a:ahLst/>
              <a:cxnLst/>
              <a:rect l="l" t="t" r="r" b="b"/>
              <a:pathLst>
                <a:path w="21420" h="14027" extrusionOk="0">
                  <a:moveTo>
                    <a:pt x="8121" y="1"/>
                  </a:moveTo>
                  <a:lnTo>
                    <a:pt x="1" y="691"/>
                  </a:lnTo>
                  <a:lnTo>
                    <a:pt x="13312" y="14026"/>
                  </a:lnTo>
                  <a:lnTo>
                    <a:pt x="21420" y="13336"/>
                  </a:lnTo>
                  <a:lnTo>
                    <a:pt x="81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9"/>
            <p:cNvSpPr/>
            <p:nvPr/>
          </p:nvSpPr>
          <p:spPr>
            <a:xfrm>
              <a:off x="3211150" y="3404275"/>
              <a:ext cx="282208" cy="137126"/>
            </a:xfrm>
            <a:custGeom>
              <a:avLst/>
              <a:gdLst/>
              <a:ahLst/>
              <a:cxnLst/>
              <a:rect l="l" t="t" r="r" b="b"/>
              <a:pathLst>
                <a:path w="21420" h="14039" extrusionOk="0">
                  <a:moveTo>
                    <a:pt x="8108" y="1"/>
                  </a:moveTo>
                  <a:lnTo>
                    <a:pt x="0" y="691"/>
                  </a:lnTo>
                  <a:lnTo>
                    <a:pt x="13299" y="14038"/>
                  </a:lnTo>
                  <a:lnTo>
                    <a:pt x="21419" y="13348"/>
                  </a:lnTo>
                  <a:lnTo>
                    <a:pt x="81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9"/>
            <p:cNvSpPr/>
            <p:nvPr/>
          </p:nvSpPr>
          <p:spPr>
            <a:xfrm>
              <a:off x="3325181" y="4313565"/>
              <a:ext cx="1101448" cy="20"/>
            </a:xfrm>
            <a:custGeom>
              <a:avLst/>
              <a:gdLst/>
              <a:ahLst/>
              <a:cxnLst/>
              <a:rect l="l" t="t" r="r" b="b"/>
              <a:pathLst>
                <a:path w="54853" h="1" fill="none" extrusionOk="0">
                  <a:moveTo>
                    <a:pt x="1" y="1"/>
                  </a:moveTo>
                  <a:lnTo>
                    <a:pt x="54853" y="1"/>
                  </a:lnTo>
                </a:path>
              </a:pathLst>
            </a:custGeom>
            <a:noFill/>
            <a:ln w="23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9"/>
            <p:cNvSpPr/>
            <p:nvPr/>
          </p:nvSpPr>
          <p:spPr>
            <a:xfrm>
              <a:off x="3325181" y="4013289"/>
              <a:ext cx="1101448" cy="20"/>
            </a:xfrm>
            <a:custGeom>
              <a:avLst/>
              <a:gdLst/>
              <a:ahLst/>
              <a:cxnLst/>
              <a:rect l="l" t="t" r="r" b="b"/>
              <a:pathLst>
                <a:path w="54853" h="1" fill="none" extrusionOk="0">
                  <a:moveTo>
                    <a:pt x="1" y="1"/>
                  </a:moveTo>
                  <a:lnTo>
                    <a:pt x="54853" y="1"/>
                  </a:lnTo>
                </a:path>
              </a:pathLst>
            </a:custGeom>
            <a:noFill/>
            <a:ln w="23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9"/>
            <p:cNvSpPr/>
            <p:nvPr/>
          </p:nvSpPr>
          <p:spPr>
            <a:xfrm>
              <a:off x="3690255" y="3755803"/>
              <a:ext cx="20" cy="257506"/>
            </a:xfrm>
            <a:custGeom>
              <a:avLst/>
              <a:gdLst/>
              <a:ahLst/>
              <a:cxnLst/>
              <a:rect l="l" t="t" r="r" b="b"/>
              <a:pathLst>
                <a:path w="1" h="12824" fill="none" extrusionOk="0">
                  <a:moveTo>
                    <a:pt x="0" y="12824"/>
                  </a:moveTo>
                  <a:lnTo>
                    <a:pt x="0" y="1"/>
                  </a:lnTo>
                </a:path>
              </a:pathLst>
            </a:custGeom>
            <a:noFill/>
            <a:ln w="23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9"/>
            <p:cNvSpPr/>
            <p:nvPr/>
          </p:nvSpPr>
          <p:spPr>
            <a:xfrm>
              <a:off x="3692404" y="4313565"/>
              <a:ext cx="20" cy="257506"/>
            </a:xfrm>
            <a:custGeom>
              <a:avLst/>
              <a:gdLst/>
              <a:ahLst/>
              <a:cxnLst/>
              <a:rect l="l" t="t" r="r" b="b"/>
              <a:pathLst>
                <a:path w="1" h="12824" fill="none" extrusionOk="0">
                  <a:moveTo>
                    <a:pt x="1" y="12824"/>
                  </a:moveTo>
                  <a:lnTo>
                    <a:pt x="1" y="1"/>
                  </a:lnTo>
                </a:path>
              </a:pathLst>
            </a:custGeom>
            <a:noFill/>
            <a:ln w="23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9"/>
            <p:cNvSpPr/>
            <p:nvPr/>
          </p:nvSpPr>
          <p:spPr>
            <a:xfrm>
              <a:off x="4059627" y="4313565"/>
              <a:ext cx="20" cy="257506"/>
            </a:xfrm>
            <a:custGeom>
              <a:avLst/>
              <a:gdLst/>
              <a:ahLst/>
              <a:cxnLst/>
              <a:rect l="l" t="t" r="r" b="b"/>
              <a:pathLst>
                <a:path w="1" h="12824" fill="none" extrusionOk="0">
                  <a:moveTo>
                    <a:pt x="1" y="12824"/>
                  </a:moveTo>
                  <a:lnTo>
                    <a:pt x="1" y="1"/>
                  </a:lnTo>
                </a:path>
              </a:pathLst>
            </a:custGeom>
            <a:noFill/>
            <a:ln w="23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9"/>
            <p:cNvSpPr/>
            <p:nvPr/>
          </p:nvSpPr>
          <p:spPr>
            <a:xfrm>
              <a:off x="3734953" y="4101521"/>
              <a:ext cx="691676" cy="123853"/>
            </a:xfrm>
            <a:custGeom>
              <a:avLst/>
              <a:gdLst/>
              <a:ahLst/>
              <a:cxnLst/>
              <a:rect l="l" t="t" r="r" b="b"/>
              <a:pathLst>
                <a:path w="34446" h="6168" extrusionOk="0">
                  <a:moveTo>
                    <a:pt x="1" y="0"/>
                  </a:moveTo>
                  <a:lnTo>
                    <a:pt x="1" y="6168"/>
                  </a:lnTo>
                  <a:lnTo>
                    <a:pt x="34446" y="6168"/>
                  </a:lnTo>
                  <a:lnTo>
                    <a:pt x="34446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9"/>
            <p:cNvSpPr/>
            <p:nvPr/>
          </p:nvSpPr>
          <p:spPr>
            <a:xfrm>
              <a:off x="3914268" y="3815340"/>
              <a:ext cx="271622" cy="124094"/>
            </a:xfrm>
            <a:custGeom>
              <a:avLst/>
              <a:gdLst/>
              <a:ahLst/>
              <a:cxnLst/>
              <a:rect l="l" t="t" r="r" b="b"/>
              <a:pathLst>
                <a:path w="13527" h="6180" extrusionOk="0">
                  <a:moveTo>
                    <a:pt x="1" y="0"/>
                  </a:moveTo>
                  <a:lnTo>
                    <a:pt x="1" y="6180"/>
                  </a:lnTo>
                  <a:lnTo>
                    <a:pt x="13526" y="6180"/>
                  </a:lnTo>
                  <a:lnTo>
                    <a:pt x="13526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9"/>
            <p:cNvSpPr/>
            <p:nvPr/>
          </p:nvSpPr>
          <p:spPr>
            <a:xfrm>
              <a:off x="4232716" y="3815340"/>
              <a:ext cx="194154" cy="124094"/>
            </a:xfrm>
            <a:custGeom>
              <a:avLst/>
              <a:gdLst/>
              <a:ahLst/>
              <a:cxnLst/>
              <a:rect l="l" t="t" r="r" b="b"/>
              <a:pathLst>
                <a:path w="9669" h="6180" extrusionOk="0">
                  <a:moveTo>
                    <a:pt x="1" y="0"/>
                  </a:moveTo>
                  <a:lnTo>
                    <a:pt x="1" y="6180"/>
                  </a:lnTo>
                  <a:lnTo>
                    <a:pt x="9669" y="6180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9"/>
            <p:cNvSpPr/>
            <p:nvPr/>
          </p:nvSpPr>
          <p:spPr>
            <a:xfrm>
              <a:off x="3734953" y="3815340"/>
              <a:ext cx="132468" cy="124094"/>
            </a:xfrm>
            <a:custGeom>
              <a:avLst/>
              <a:gdLst/>
              <a:ahLst/>
              <a:cxnLst/>
              <a:rect l="l" t="t" r="r" b="b"/>
              <a:pathLst>
                <a:path w="6597" h="6180" extrusionOk="0">
                  <a:moveTo>
                    <a:pt x="1" y="0"/>
                  </a:moveTo>
                  <a:lnTo>
                    <a:pt x="1" y="6180"/>
                  </a:lnTo>
                  <a:lnTo>
                    <a:pt x="6597" y="6180"/>
                  </a:lnTo>
                  <a:lnTo>
                    <a:pt x="6597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9"/>
            <p:cNvSpPr/>
            <p:nvPr/>
          </p:nvSpPr>
          <p:spPr>
            <a:xfrm>
              <a:off x="3842783" y="4396536"/>
              <a:ext cx="194876" cy="108312"/>
            </a:xfrm>
            <a:custGeom>
              <a:avLst/>
              <a:gdLst/>
              <a:ahLst/>
              <a:cxnLst/>
              <a:rect l="l" t="t" r="r" b="b"/>
              <a:pathLst>
                <a:path w="9705" h="5394" extrusionOk="0">
                  <a:moveTo>
                    <a:pt x="1" y="0"/>
                  </a:moveTo>
                  <a:lnTo>
                    <a:pt x="1" y="5394"/>
                  </a:lnTo>
                  <a:lnTo>
                    <a:pt x="9704" y="5394"/>
                  </a:lnTo>
                  <a:lnTo>
                    <a:pt x="9704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9"/>
            <p:cNvSpPr/>
            <p:nvPr/>
          </p:nvSpPr>
          <p:spPr>
            <a:xfrm>
              <a:off x="3714170" y="4396536"/>
              <a:ext cx="94918" cy="108312"/>
            </a:xfrm>
            <a:custGeom>
              <a:avLst/>
              <a:gdLst/>
              <a:ahLst/>
              <a:cxnLst/>
              <a:rect l="l" t="t" r="r" b="b"/>
              <a:pathLst>
                <a:path w="4727" h="5394" extrusionOk="0">
                  <a:moveTo>
                    <a:pt x="0" y="0"/>
                  </a:moveTo>
                  <a:lnTo>
                    <a:pt x="0" y="5394"/>
                  </a:lnTo>
                  <a:lnTo>
                    <a:pt x="4727" y="5394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9"/>
            <p:cNvSpPr/>
            <p:nvPr/>
          </p:nvSpPr>
          <p:spPr>
            <a:xfrm>
              <a:off x="3325181" y="4101521"/>
              <a:ext cx="340476" cy="123853"/>
            </a:xfrm>
            <a:custGeom>
              <a:avLst/>
              <a:gdLst/>
              <a:ahLst/>
              <a:cxnLst/>
              <a:rect l="l" t="t" r="r" b="b"/>
              <a:pathLst>
                <a:path w="16956" h="6168" extrusionOk="0">
                  <a:moveTo>
                    <a:pt x="1" y="0"/>
                  </a:moveTo>
                  <a:lnTo>
                    <a:pt x="1" y="6168"/>
                  </a:lnTo>
                  <a:lnTo>
                    <a:pt x="16955" y="6168"/>
                  </a:lnTo>
                  <a:lnTo>
                    <a:pt x="16955" y="0"/>
                  </a:lnTo>
                  <a:close/>
                </a:path>
              </a:pathLst>
            </a:custGeom>
            <a:solidFill>
              <a:srgbClr val="FE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9"/>
            <p:cNvSpPr/>
            <p:nvPr/>
          </p:nvSpPr>
          <p:spPr>
            <a:xfrm>
              <a:off x="3259319" y="3520861"/>
              <a:ext cx="196543" cy="192166"/>
            </a:xfrm>
            <a:custGeom>
              <a:avLst/>
              <a:gdLst/>
              <a:ahLst/>
              <a:cxnLst/>
              <a:rect l="l" t="t" r="r" b="b"/>
              <a:pathLst>
                <a:path w="9788" h="9570" extrusionOk="0">
                  <a:moveTo>
                    <a:pt x="653" y="1"/>
                  </a:moveTo>
                  <a:cubicBezTo>
                    <a:pt x="321" y="1"/>
                    <a:pt x="1" y="263"/>
                    <a:pt x="1" y="652"/>
                  </a:cubicBezTo>
                  <a:lnTo>
                    <a:pt x="1" y="8927"/>
                  </a:lnTo>
                  <a:cubicBezTo>
                    <a:pt x="1" y="9272"/>
                    <a:pt x="287" y="9570"/>
                    <a:pt x="644" y="9570"/>
                  </a:cubicBezTo>
                  <a:lnTo>
                    <a:pt x="8919" y="9570"/>
                  </a:lnTo>
                  <a:cubicBezTo>
                    <a:pt x="9502" y="9570"/>
                    <a:pt x="9788" y="8867"/>
                    <a:pt x="9383" y="8463"/>
                  </a:cubicBezTo>
                  <a:lnTo>
                    <a:pt x="1096" y="188"/>
                  </a:lnTo>
                  <a:cubicBezTo>
                    <a:pt x="967" y="58"/>
                    <a:pt x="809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9"/>
            <p:cNvSpPr/>
            <p:nvPr/>
          </p:nvSpPr>
          <p:spPr>
            <a:xfrm>
              <a:off x="3223817" y="3639138"/>
              <a:ext cx="25602" cy="25602"/>
            </a:xfrm>
            <a:custGeom>
              <a:avLst/>
              <a:gdLst/>
              <a:ahLst/>
              <a:cxnLst/>
              <a:rect l="l" t="t" r="r" b="b"/>
              <a:pathLst>
                <a:path w="1275" h="1275" fill="none" extrusionOk="0">
                  <a:moveTo>
                    <a:pt x="1274" y="727"/>
                  </a:moveTo>
                  <a:cubicBezTo>
                    <a:pt x="1274" y="239"/>
                    <a:pt x="691" y="0"/>
                    <a:pt x="346" y="346"/>
                  </a:cubicBezTo>
                  <a:cubicBezTo>
                    <a:pt x="0" y="691"/>
                    <a:pt x="250" y="1274"/>
                    <a:pt x="727" y="1274"/>
                  </a:cubicBezTo>
                  <a:cubicBezTo>
                    <a:pt x="1036" y="1274"/>
                    <a:pt x="1274" y="1024"/>
                    <a:pt x="1274" y="727"/>
                  </a:cubicBezTo>
                  <a:close/>
                </a:path>
              </a:pathLst>
            </a:custGeom>
            <a:noFill/>
            <a:ln w="1775" cap="flat" cmpd="sng">
              <a:solidFill>
                <a:srgbClr val="EC663A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9"/>
            <p:cNvSpPr/>
            <p:nvPr/>
          </p:nvSpPr>
          <p:spPr>
            <a:xfrm>
              <a:off x="3228596" y="3646367"/>
              <a:ext cx="17229" cy="14779"/>
            </a:xfrm>
            <a:custGeom>
              <a:avLst/>
              <a:gdLst/>
              <a:ahLst/>
              <a:cxnLst/>
              <a:rect l="l" t="t" r="r" b="b"/>
              <a:pathLst>
                <a:path w="858" h="736" extrusionOk="0">
                  <a:moveTo>
                    <a:pt x="488" y="1"/>
                  </a:moveTo>
                  <a:cubicBezTo>
                    <a:pt x="400" y="1"/>
                    <a:pt x="311" y="33"/>
                    <a:pt x="239" y="105"/>
                  </a:cubicBezTo>
                  <a:cubicBezTo>
                    <a:pt x="0" y="343"/>
                    <a:pt x="167" y="736"/>
                    <a:pt x="489" y="736"/>
                  </a:cubicBezTo>
                  <a:cubicBezTo>
                    <a:pt x="691" y="736"/>
                    <a:pt x="858" y="569"/>
                    <a:pt x="858" y="367"/>
                  </a:cubicBezTo>
                  <a:cubicBezTo>
                    <a:pt x="858" y="148"/>
                    <a:pt x="675" y="1"/>
                    <a:pt x="488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9"/>
            <p:cNvSpPr/>
            <p:nvPr/>
          </p:nvSpPr>
          <p:spPr>
            <a:xfrm>
              <a:off x="3223817" y="3494984"/>
              <a:ext cx="25602" cy="25582"/>
            </a:xfrm>
            <a:custGeom>
              <a:avLst/>
              <a:gdLst/>
              <a:ahLst/>
              <a:cxnLst/>
              <a:rect l="l" t="t" r="r" b="b"/>
              <a:pathLst>
                <a:path w="1275" h="1274" fill="none" extrusionOk="0">
                  <a:moveTo>
                    <a:pt x="1274" y="726"/>
                  </a:moveTo>
                  <a:cubicBezTo>
                    <a:pt x="1274" y="238"/>
                    <a:pt x="691" y="0"/>
                    <a:pt x="346" y="345"/>
                  </a:cubicBezTo>
                  <a:cubicBezTo>
                    <a:pt x="0" y="691"/>
                    <a:pt x="250" y="1274"/>
                    <a:pt x="727" y="1274"/>
                  </a:cubicBezTo>
                  <a:cubicBezTo>
                    <a:pt x="1036" y="1274"/>
                    <a:pt x="1274" y="1024"/>
                    <a:pt x="1274" y="726"/>
                  </a:cubicBezTo>
                  <a:close/>
                </a:path>
              </a:pathLst>
            </a:custGeom>
            <a:solidFill>
              <a:schemeClr val="dk1"/>
            </a:solidFill>
            <a:ln w="1775" cap="flat" cmpd="sng">
              <a:solidFill>
                <a:srgbClr val="EC663A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9"/>
            <p:cNvSpPr/>
            <p:nvPr/>
          </p:nvSpPr>
          <p:spPr>
            <a:xfrm>
              <a:off x="3228596" y="3502213"/>
              <a:ext cx="17229" cy="14779"/>
            </a:xfrm>
            <a:custGeom>
              <a:avLst/>
              <a:gdLst/>
              <a:ahLst/>
              <a:cxnLst/>
              <a:rect l="l" t="t" r="r" b="b"/>
              <a:pathLst>
                <a:path w="858" h="736" extrusionOk="0">
                  <a:moveTo>
                    <a:pt x="488" y="0"/>
                  </a:moveTo>
                  <a:cubicBezTo>
                    <a:pt x="400" y="0"/>
                    <a:pt x="311" y="32"/>
                    <a:pt x="239" y="104"/>
                  </a:cubicBezTo>
                  <a:cubicBezTo>
                    <a:pt x="0" y="342"/>
                    <a:pt x="167" y="735"/>
                    <a:pt x="489" y="735"/>
                  </a:cubicBezTo>
                  <a:cubicBezTo>
                    <a:pt x="691" y="735"/>
                    <a:pt x="858" y="569"/>
                    <a:pt x="858" y="366"/>
                  </a:cubicBezTo>
                  <a:cubicBezTo>
                    <a:pt x="858" y="147"/>
                    <a:pt x="675" y="0"/>
                    <a:pt x="488" y="0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9"/>
            <p:cNvSpPr/>
            <p:nvPr/>
          </p:nvSpPr>
          <p:spPr>
            <a:xfrm>
              <a:off x="3372750" y="3639138"/>
              <a:ext cx="25602" cy="25602"/>
            </a:xfrm>
            <a:custGeom>
              <a:avLst/>
              <a:gdLst/>
              <a:ahLst/>
              <a:cxnLst/>
              <a:rect l="l" t="t" r="r" b="b"/>
              <a:pathLst>
                <a:path w="1275" h="1275" fill="none" extrusionOk="0">
                  <a:moveTo>
                    <a:pt x="1275" y="727"/>
                  </a:moveTo>
                  <a:cubicBezTo>
                    <a:pt x="1275" y="239"/>
                    <a:pt x="680" y="0"/>
                    <a:pt x="334" y="346"/>
                  </a:cubicBezTo>
                  <a:cubicBezTo>
                    <a:pt x="1" y="691"/>
                    <a:pt x="239" y="1274"/>
                    <a:pt x="727" y="1274"/>
                  </a:cubicBezTo>
                  <a:cubicBezTo>
                    <a:pt x="1025" y="1274"/>
                    <a:pt x="1263" y="1024"/>
                    <a:pt x="1275" y="727"/>
                  </a:cubicBezTo>
                  <a:close/>
                </a:path>
              </a:pathLst>
            </a:custGeom>
            <a:noFill/>
            <a:ln w="1775" cap="flat" cmpd="sng">
              <a:solidFill>
                <a:srgbClr val="EC663A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9"/>
            <p:cNvSpPr/>
            <p:nvPr/>
          </p:nvSpPr>
          <p:spPr>
            <a:xfrm>
              <a:off x="3377549" y="3646367"/>
              <a:ext cx="17229" cy="14779"/>
            </a:xfrm>
            <a:custGeom>
              <a:avLst/>
              <a:gdLst/>
              <a:ahLst/>
              <a:cxnLst/>
              <a:rect l="l" t="t" r="r" b="b"/>
              <a:pathLst>
                <a:path w="858" h="736" extrusionOk="0">
                  <a:moveTo>
                    <a:pt x="483" y="1"/>
                  </a:moveTo>
                  <a:cubicBezTo>
                    <a:pt x="394" y="1"/>
                    <a:pt x="302" y="33"/>
                    <a:pt x="226" y="105"/>
                  </a:cubicBezTo>
                  <a:cubicBezTo>
                    <a:pt x="0" y="343"/>
                    <a:pt x="167" y="736"/>
                    <a:pt x="488" y="736"/>
                  </a:cubicBezTo>
                  <a:cubicBezTo>
                    <a:pt x="691" y="736"/>
                    <a:pt x="845" y="569"/>
                    <a:pt x="857" y="367"/>
                  </a:cubicBezTo>
                  <a:cubicBezTo>
                    <a:pt x="857" y="148"/>
                    <a:pt x="675" y="1"/>
                    <a:pt x="483" y="1"/>
                  </a:cubicBezTo>
                  <a:close/>
                </a:path>
              </a:pathLst>
            </a:custGeom>
            <a:solidFill>
              <a:srgbClr val="EC6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5" name="Google Shape;2995;p79"/>
          <p:cNvGrpSpPr/>
          <p:nvPr/>
        </p:nvGrpSpPr>
        <p:grpSpPr>
          <a:xfrm>
            <a:off x="991133" y="3661560"/>
            <a:ext cx="1120268" cy="484711"/>
            <a:chOff x="1915457" y="3592031"/>
            <a:chExt cx="1219539" cy="527662"/>
          </a:xfrm>
        </p:grpSpPr>
        <p:sp>
          <p:nvSpPr>
            <p:cNvPr id="2996" name="Google Shape;2996;p79"/>
            <p:cNvSpPr/>
            <p:nvPr/>
          </p:nvSpPr>
          <p:spPr>
            <a:xfrm>
              <a:off x="1928368" y="3720663"/>
              <a:ext cx="79617" cy="166182"/>
            </a:xfrm>
            <a:custGeom>
              <a:avLst/>
              <a:gdLst/>
              <a:ahLst/>
              <a:cxnLst/>
              <a:rect l="l" t="t" r="r" b="b"/>
              <a:pathLst>
                <a:path w="3965" h="8276" extrusionOk="0">
                  <a:moveTo>
                    <a:pt x="714" y="1"/>
                  </a:moveTo>
                  <a:cubicBezTo>
                    <a:pt x="322" y="1"/>
                    <a:pt x="0" y="322"/>
                    <a:pt x="0" y="715"/>
                  </a:cubicBezTo>
                  <a:lnTo>
                    <a:pt x="0" y="7561"/>
                  </a:lnTo>
                  <a:cubicBezTo>
                    <a:pt x="0" y="7954"/>
                    <a:pt x="322" y="8275"/>
                    <a:pt x="714" y="8275"/>
                  </a:cubicBezTo>
                  <a:lnTo>
                    <a:pt x="3965" y="8275"/>
                  </a:lnTo>
                  <a:lnTo>
                    <a:pt x="3965" y="1"/>
                  </a:ln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9"/>
            <p:cNvSpPr/>
            <p:nvPr/>
          </p:nvSpPr>
          <p:spPr>
            <a:xfrm>
              <a:off x="3034094" y="3720663"/>
              <a:ext cx="79637" cy="166182"/>
            </a:xfrm>
            <a:custGeom>
              <a:avLst/>
              <a:gdLst/>
              <a:ahLst/>
              <a:cxnLst/>
              <a:rect l="l" t="t" r="r" b="b"/>
              <a:pathLst>
                <a:path w="3966" h="8276" extrusionOk="0">
                  <a:moveTo>
                    <a:pt x="1" y="1"/>
                  </a:moveTo>
                  <a:lnTo>
                    <a:pt x="1" y="8275"/>
                  </a:lnTo>
                  <a:lnTo>
                    <a:pt x="3251" y="8275"/>
                  </a:lnTo>
                  <a:cubicBezTo>
                    <a:pt x="3644" y="8275"/>
                    <a:pt x="3965" y="7954"/>
                    <a:pt x="3965" y="7561"/>
                  </a:cubicBezTo>
                  <a:lnTo>
                    <a:pt x="3965" y="715"/>
                  </a:lnTo>
                  <a:cubicBezTo>
                    <a:pt x="3965" y="322"/>
                    <a:pt x="3644" y="1"/>
                    <a:pt x="3251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9"/>
            <p:cNvSpPr/>
            <p:nvPr/>
          </p:nvSpPr>
          <p:spPr>
            <a:xfrm>
              <a:off x="2437356" y="3720663"/>
              <a:ext cx="167367" cy="201563"/>
            </a:xfrm>
            <a:custGeom>
              <a:avLst/>
              <a:gdLst/>
              <a:ahLst/>
              <a:cxnLst/>
              <a:rect l="l" t="t" r="r" b="b"/>
              <a:pathLst>
                <a:path w="8335" h="10038" extrusionOk="0">
                  <a:moveTo>
                    <a:pt x="1" y="1"/>
                  </a:moveTo>
                  <a:lnTo>
                    <a:pt x="1" y="10037"/>
                  </a:lnTo>
                  <a:lnTo>
                    <a:pt x="774" y="10037"/>
                  </a:lnTo>
                  <a:cubicBezTo>
                    <a:pt x="1013" y="8347"/>
                    <a:pt x="2453" y="7085"/>
                    <a:pt x="4168" y="7085"/>
                  </a:cubicBezTo>
                  <a:cubicBezTo>
                    <a:pt x="5882" y="7085"/>
                    <a:pt x="7323" y="8347"/>
                    <a:pt x="7561" y="10037"/>
                  </a:cubicBezTo>
                  <a:lnTo>
                    <a:pt x="8335" y="10037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9"/>
            <p:cNvSpPr/>
            <p:nvPr/>
          </p:nvSpPr>
          <p:spPr>
            <a:xfrm>
              <a:off x="1958729" y="3660644"/>
              <a:ext cx="524289" cy="423668"/>
            </a:xfrm>
            <a:custGeom>
              <a:avLst/>
              <a:gdLst/>
              <a:ahLst/>
              <a:cxnLst/>
              <a:rect l="l" t="t" r="r" b="b"/>
              <a:pathLst>
                <a:path w="26110" h="21099" extrusionOk="0">
                  <a:moveTo>
                    <a:pt x="23250" y="1"/>
                  </a:moveTo>
                  <a:cubicBezTo>
                    <a:pt x="23243" y="1"/>
                    <a:pt x="23236" y="1"/>
                    <a:pt x="23229" y="1"/>
                  </a:cubicBezTo>
                  <a:lnTo>
                    <a:pt x="2870" y="1"/>
                  </a:lnTo>
                  <a:cubicBezTo>
                    <a:pt x="1250" y="1"/>
                    <a:pt x="0" y="1382"/>
                    <a:pt x="155" y="2990"/>
                  </a:cubicBezTo>
                  <a:lnTo>
                    <a:pt x="1750" y="18646"/>
                  </a:lnTo>
                  <a:cubicBezTo>
                    <a:pt x="1893" y="20039"/>
                    <a:pt x="3060" y="21099"/>
                    <a:pt x="4453" y="21099"/>
                  </a:cubicBezTo>
                  <a:lnTo>
                    <a:pt x="21658" y="21099"/>
                  </a:lnTo>
                  <a:cubicBezTo>
                    <a:pt x="23051" y="21099"/>
                    <a:pt x="24218" y="20039"/>
                    <a:pt x="24360" y="18646"/>
                  </a:cubicBezTo>
                  <a:lnTo>
                    <a:pt x="25944" y="2990"/>
                  </a:lnTo>
                  <a:cubicBezTo>
                    <a:pt x="26110" y="1389"/>
                    <a:pt x="24859" y="1"/>
                    <a:pt x="23250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9"/>
            <p:cNvSpPr/>
            <p:nvPr/>
          </p:nvSpPr>
          <p:spPr>
            <a:xfrm>
              <a:off x="1972585" y="3673796"/>
              <a:ext cx="452603" cy="45682"/>
            </a:xfrm>
            <a:custGeom>
              <a:avLst/>
              <a:gdLst/>
              <a:ahLst/>
              <a:cxnLst/>
              <a:rect l="l" t="t" r="r" b="b"/>
              <a:pathLst>
                <a:path w="22540" h="2275" fill="none" extrusionOk="0">
                  <a:moveTo>
                    <a:pt x="132" y="2275"/>
                  </a:moveTo>
                  <a:cubicBezTo>
                    <a:pt x="1" y="1061"/>
                    <a:pt x="953" y="1"/>
                    <a:pt x="2180" y="1"/>
                  </a:cubicBezTo>
                  <a:lnTo>
                    <a:pt x="22539" y="1"/>
                  </a:lnTo>
                </a:path>
              </a:pathLst>
            </a:custGeom>
            <a:noFill/>
            <a:ln w="3575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9"/>
            <p:cNvSpPr/>
            <p:nvPr/>
          </p:nvSpPr>
          <p:spPr>
            <a:xfrm>
              <a:off x="2026861" y="3724258"/>
              <a:ext cx="387805" cy="296220"/>
            </a:xfrm>
            <a:custGeom>
              <a:avLst/>
              <a:gdLst/>
              <a:ahLst/>
              <a:cxnLst/>
              <a:rect l="l" t="t" r="r" b="b"/>
              <a:pathLst>
                <a:path w="19313" h="14752" extrusionOk="0">
                  <a:moveTo>
                    <a:pt x="596" y="0"/>
                  </a:moveTo>
                  <a:cubicBezTo>
                    <a:pt x="262" y="0"/>
                    <a:pt x="0" y="286"/>
                    <a:pt x="36" y="619"/>
                  </a:cubicBezTo>
                  <a:lnTo>
                    <a:pt x="1417" y="14252"/>
                  </a:lnTo>
                  <a:cubicBezTo>
                    <a:pt x="1441" y="14538"/>
                    <a:pt x="1691" y="14752"/>
                    <a:pt x="1977" y="14752"/>
                  </a:cubicBezTo>
                  <a:lnTo>
                    <a:pt x="17336" y="14752"/>
                  </a:lnTo>
                  <a:cubicBezTo>
                    <a:pt x="17622" y="14752"/>
                    <a:pt x="17872" y="14538"/>
                    <a:pt x="17896" y="14252"/>
                  </a:cubicBezTo>
                  <a:lnTo>
                    <a:pt x="19277" y="619"/>
                  </a:lnTo>
                  <a:cubicBezTo>
                    <a:pt x="19312" y="286"/>
                    <a:pt x="19050" y="0"/>
                    <a:pt x="18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9"/>
            <p:cNvSpPr/>
            <p:nvPr/>
          </p:nvSpPr>
          <p:spPr>
            <a:xfrm>
              <a:off x="2559302" y="3660644"/>
              <a:ext cx="524048" cy="423668"/>
            </a:xfrm>
            <a:custGeom>
              <a:avLst/>
              <a:gdLst/>
              <a:ahLst/>
              <a:cxnLst/>
              <a:rect l="l" t="t" r="r" b="b"/>
              <a:pathLst>
                <a:path w="26098" h="21099" extrusionOk="0">
                  <a:moveTo>
                    <a:pt x="2848" y="1"/>
                  </a:moveTo>
                  <a:cubicBezTo>
                    <a:pt x="1239" y="1"/>
                    <a:pt x="0" y="1389"/>
                    <a:pt x="154" y="2990"/>
                  </a:cubicBezTo>
                  <a:lnTo>
                    <a:pt x="1750" y="18646"/>
                  </a:lnTo>
                  <a:cubicBezTo>
                    <a:pt x="1893" y="20039"/>
                    <a:pt x="3060" y="21099"/>
                    <a:pt x="4453" y="21099"/>
                  </a:cubicBezTo>
                  <a:lnTo>
                    <a:pt x="21645" y="21099"/>
                  </a:lnTo>
                  <a:cubicBezTo>
                    <a:pt x="23038" y="21099"/>
                    <a:pt x="24205" y="20039"/>
                    <a:pt x="24348" y="18646"/>
                  </a:cubicBezTo>
                  <a:lnTo>
                    <a:pt x="25943" y="2990"/>
                  </a:lnTo>
                  <a:cubicBezTo>
                    <a:pt x="26098" y="1389"/>
                    <a:pt x="24859" y="1"/>
                    <a:pt x="23249" y="1"/>
                  </a:cubicBezTo>
                  <a:cubicBezTo>
                    <a:pt x="23243" y="1"/>
                    <a:pt x="23236" y="1"/>
                    <a:pt x="23229" y="1"/>
                  </a:cubicBezTo>
                  <a:lnTo>
                    <a:pt x="2869" y="1"/>
                  </a:lnTo>
                  <a:cubicBezTo>
                    <a:pt x="2862" y="1"/>
                    <a:pt x="2855" y="1"/>
                    <a:pt x="2848" y="1"/>
                  </a:cubicBezTo>
                  <a:close/>
                </a:path>
              </a:pathLst>
            </a:custGeom>
            <a:solidFill>
              <a:srgbClr val="1C5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9"/>
            <p:cNvSpPr/>
            <p:nvPr/>
          </p:nvSpPr>
          <p:spPr>
            <a:xfrm>
              <a:off x="2627413" y="3724258"/>
              <a:ext cx="387805" cy="296220"/>
            </a:xfrm>
            <a:custGeom>
              <a:avLst/>
              <a:gdLst/>
              <a:ahLst/>
              <a:cxnLst/>
              <a:rect l="l" t="t" r="r" b="b"/>
              <a:pathLst>
                <a:path w="19313" h="14752" extrusionOk="0">
                  <a:moveTo>
                    <a:pt x="596" y="0"/>
                  </a:moveTo>
                  <a:cubicBezTo>
                    <a:pt x="263" y="0"/>
                    <a:pt x="1" y="286"/>
                    <a:pt x="37" y="619"/>
                  </a:cubicBezTo>
                  <a:lnTo>
                    <a:pt x="1418" y="14252"/>
                  </a:lnTo>
                  <a:cubicBezTo>
                    <a:pt x="1442" y="14538"/>
                    <a:pt x="1692" y="14752"/>
                    <a:pt x="1977" y="14752"/>
                  </a:cubicBezTo>
                  <a:lnTo>
                    <a:pt x="17336" y="14752"/>
                  </a:lnTo>
                  <a:cubicBezTo>
                    <a:pt x="17622" y="14752"/>
                    <a:pt x="17872" y="14538"/>
                    <a:pt x="17896" y="14252"/>
                  </a:cubicBezTo>
                  <a:lnTo>
                    <a:pt x="19277" y="619"/>
                  </a:lnTo>
                  <a:cubicBezTo>
                    <a:pt x="19313" y="286"/>
                    <a:pt x="19051" y="0"/>
                    <a:pt x="18718" y="0"/>
                  </a:cubicBezTo>
                  <a:close/>
                </a:path>
              </a:pathLst>
            </a:custGeom>
            <a:solidFill>
              <a:srgbClr val="252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9"/>
            <p:cNvSpPr/>
            <p:nvPr/>
          </p:nvSpPr>
          <p:spPr>
            <a:xfrm>
              <a:off x="2576732" y="3673796"/>
              <a:ext cx="452603" cy="45682"/>
            </a:xfrm>
            <a:custGeom>
              <a:avLst/>
              <a:gdLst/>
              <a:ahLst/>
              <a:cxnLst/>
              <a:rect l="l" t="t" r="r" b="b"/>
              <a:pathLst>
                <a:path w="22540" h="2275" fill="none" extrusionOk="0">
                  <a:moveTo>
                    <a:pt x="132" y="2275"/>
                  </a:moveTo>
                  <a:cubicBezTo>
                    <a:pt x="1" y="1061"/>
                    <a:pt x="953" y="1"/>
                    <a:pt x="2180" y="1"/>
                  </a:cubicBezTo>
                  <a:lnTo>
                    <a:pt x="22539" y="1"/>
                  </a:lnTo>
                </a:path>
              </a:pathLst>
            </a:custGeom>
            <a:noFill/>
            <a:ln w="3575" cap="rnd" cmpd="sng">
              <a:solidFill>
                <a:srgbClr val="FEF2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9"/>
            <p:cNvSpPr/>
            <p:nvPr/>
          </p:nvSpPr>
          <p:spPr>
            <a:xfrm>
              <a:off x="2547575" y="3623837"/>
              <a:ext cx="341179" cy="341420"/>
            </a:xfrm>
            <a:custGeom>
              <a:avLst/>
              <a:gdLst/>
              <a:ahLst/>
              <a:cxnLst/>
              <a:rect l="l" t="t" r="r" b="b"/>
              <a:pathLst>
                <a:path w="16991" h="17003" fill="none" extrusionOk="0">
                  <a:moveTo>
                    <a:pt x="0" y="17003"/>
                  </a:moveTo>
                  <a:lnTo>
                    <a:pt x="16991" y="0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9"/>
            <p:cNvSpPr/>
            <p:nvPr/>
          </p:nvSpPr>
          <p:spPr>
            <a:xfrm>
              <a:off x="2516492" y="3592031"/>
              <a:ext cx="341179" cy="341199"/>
            </a:xfrm>
            <a:custGeom>
              <a:avLst/>
              <a:gdLst/>
              <a:ahLst/>
              <a:cxnLst/>
              <a:rect l="l" t="t" r="r" b="b"/>
              <a:pathLst>
                <a:path w="16991" h="16992" fill="none" extrusionOk="0">
                  <a:moveTo>
                    <a:pt x="0" y="16991"/>
                  </a:moveTo>
                  <a:lnTo>
                    <a:pt x="16991" y="1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9"/>
            <p:cNvSpPr/>
            <p:nvPr/>
          </p:nvSpPr>
          <p:spPr>
            <a:xfrm>
              <a:off x="2697954" y="3724258"/>
              <a:ext cx="341179" cy="341179"/>
            </a:xfrm>
            <a:custGeom>
              <a:avLst/>
              <a:gdLst/>
              <a:ahLst/>
              <a:cxnLst/>
              <a:rect l="l" t="t" r="r" b="b"/>
              <a:pathLst>
                <a:path w="16991" h="16991" fill="none" extrusionOk="0">
                  <a:moveTo>
                    <a:pt x="0" y="16990"/>
                  </a:moveTo>
                  <a:lnTo>
                    <a:pt x="16991" y="0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9"/>
            <p:cNvSpPr/>
            <p:nvPr/>
          </p:nvSpPr>
          <p:spPr>
            <a:xfrm>
              <a:off x="2793816" y="3778514"/>
              <a:ext cx="341179" cy="341179"/>
            </a:xfrm>
            <a:custGeom>
              <a:avLst/>
              <a:gdLst/>
              <a:ahLst/>
              <a:cxnLst/>
              <a:rect l="l" t="t" r="r" b="b"/>
              <a:pathLst>
                <a:path w="16991" h="16991" fill="none" extrusionOk="0">
                  <a:moveTo>
                    <a:pt x="1" y="16991"/>
                  </a:moveTo>
                  <a:lnTo>
                    <a:pt x="16991" y="1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9"/>
            <p:cNvSpPr/>
            <p:nvPr/>
          </p:nvSpPr>
          <p:spPr>
            <a:xfrm>
              <a:off x="1915457" y="3598496"/>
              <a:ext cx="341179" cy="341179"/>
            </a:xfrm>
            <a:custGeom>
              <a:avLst/>
              <a:gdLst/>
              <a:ahLst/>
              <a:cxnLst/>
              <a:rect l="l" t="t" r="r" b="b"/>
              <a:pathLst>
                <a:path w="16991" h="16991" fill="none" extrusionOk="0">
                  <a:moveTo>
                    <a:pt x="0" y="16991"/>
                  </a:moveTo>
                  <a:lnTo>
                    <a:pt x="16990" y="0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9"/>
            <p:cNvSpPr/>
            <p:nvPr/>
          </p:nvSpPr>
          <p:spPr>
            <a:xfrm>
              <a:off x="2165774" y="3746486"/>
              <a:ext cx="341420" cy="341420"/>
            </a:xfrm>
            <a:custGeom>
              <a:avLst/>
              <a:gdLst/>
              <a:ahLst/>
              <a:cxnLst/>
              <a:rect l="l" t="t" r="r" b="b"/>
              <a:pathLst>
                <a:path w="17003" h="17003" fill="none" extrusionOk="0">
                  <a:moveTo>
                    <a:pt x="0" y="17002"/>
                  </a:moveTo>
                  <a:lnTo>
                    <a:pt x="17002" y="0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9"/>
            <p:cNvSpPr/>
            <p:nvPr/>
          </p:nvSpPr>
          <p:spPr>
            <a:xfrm>
              <a:off x="1995295" y="3690302"/>
              <a:ext cx="341199" cy="341420"/>
            </a:xfrm>
            <a:custGeom>
              <a:avLst/>
              <a:gdLst/>
              <a:ahLst/>
              <a:cxnLst/>
              <a:rect l="l" t="t" r="r" b="b"/>
              <a:pathLst>
                <a:path w="16992" h="17003" fill="none" extrusionOk="0">
                  <a:moveTo>
                    <a:pt x="1" y="17003"/>
                  </a:moveTo>
                  <a:lnTo>
                    <a:pt x="16991" y="0"/>
                  </a:lnTo>
                </a:path>
              </a:pathLst>
            </a:custGeom>
            <a:noFill/>
            <a:ln w="29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9"/>
            <p:cNvSpPr/>
            <p:nvPr/>
          </p:nvSpPr>
          <p:spPr>
            <a:xfrm>
              <a:off x="2023989" y="3660664"/>
              <a:ext cx="399753" cy="399512"/>
            </a:xfrm>
            <a:custGeom>
              <a:avLst/>
              <a:gdLst/>
              <a:ahLst/>
              <a:cxnLst/>
              <a:rect l="l" t="t" r="r" b="b"/>
              <a:pathLst>
                <a:path w="19908" h="19896" fill="none" extrusionOk="0">
                  <a:moveTo>
                    <a:pt x="1" y="19895"/>
                  </a:moveTo>
                  <a:lnTo>
                    <a:pt x="19908" y="0"/>
                  </a:lnTo>
                </a:path>
              </a:pathLst>
            </a:custGeom>
            <a:noFill/>
            <a:ln w="35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3" name="Google Shape;3013;p79"/>
          <p:cNvSpPr txBox="1">
            <a:spLocks noGrp="1"/>
          </p:cNvSpPr>
          <p:nvPr>
            <p:ph type="subTitle" idx="1"/>
          </p:nvPr>
        </p:nvSpPr>
        <p:spPr>
          <a:xfrm>
            <a:off x="1035350" y="1139940"/>
            <a:ext cx="7382700" cy="20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an assortment of alternative resources whose style fits that of this template: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Lobster"/>
                <a:ea typeface="Lobster"/>
                <a:cs typeface="Lobster"/>
                <a:sym typeface="Lobster"/>
              </a:rPr>
              <a:t>Vectors</a:t>
            </a:r>
            <a:endParaRPr sz="2400">
              <a:latin typeface="Lobster"/>
              <a:ea typeface="Lobster"/>
              <a:cs typeface="Lobster"/>
              <a:sym typeface="Lobster"/>
            </a:endParaRPr>
          </a:p>
          <a:p>
            <a:pPr marL="457200" lvl="0" indent="-317500" algn="l" rtl="0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</a:t>
            </a:r>
            <a:r>
              <a:rPr lang="en">
                <a:uFill>
                  <a:noFill/>
                </a:uFill>
                <a:hlinkClick r:id="rId3"/>
              </a:rPr>
              <a:t>lat design cinema festival facebook cover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uFill>
                  <a:noFill/>
                </a:uFill>
                <a:hlinkClick r:id="rId4"/>
              </a:rPr>
              <a:t>Hand drawn cinema festival instagram posts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uFill>
                  <a:noFill/>
                </a:uFill>
                <a:hlinkClick r:id="rId5"/>
              </a:rPr>
              <a:t>Cinema festival instagra</a:t>
            </a:r>
            <a:r>
              <a:rPr lang="en"/>
              <a:t>m posts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uFill>
                  <a:noFill/>
                </a:uFill>
                <a:hlinkClick r:id="rId6"/>
              </a:rPr>
              <a:t>Flat design cinema festival facebook cover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Promotion Social Media Strategy by Slidesgo">
  <a:themeElements>
    <a:clrScheme name="Simple Light">
      <a:dk1>
        <a:srgbClr val="1A0E52"/>
      </a:dk1>
      <a:lt1>
        <a:srgbClr val="FEF2DC"/>
      </a:lt1>
      <a:dk2>
        <a:srgbClr val="0C5FB4"/>
      </a:dk2>
      <a:lt2>
        <a:srgbClr val="FD6633"/>
      </a:lt2>
      <a:accent1>
        <a:srgbClr val="FFBFB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A0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2027</Words>
  <Application>Microsoft Office PowerPoint</Application>
  <PresentationFormat>On-screen Show (16:9)</PresentationFormat>
  <Paragraphs>341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Bebas Neue</vt:lpstr>
      <vt:lpstr>Lobster</vt:lpstr>
      <vt:lpstr>Arial</vt:lpstr>
      <vt:lpstr>Nunito Light</vt:lpstr>
      <vt:lpstr>Calibri</vt:lpstr>
      <vt:lpstr>Baloo 2</vt:lpstr>
      <vt:lpstr>Wingdings</vt:lpstr>
      <vt:lpstr>Film Promotion Social Media Strategy by Slidesgo</vt:lpstr>
      <vt:lpstr>Cinema-Scale Movie Recom. System</vt:lpstr>
      <vt:lpstr>Table of contents</vt:lpstr>
      <vt:lpstr>Table of contents</vt:lpstr>
      <vt:lpstr>Table of contents</vt:lpstr>
      <vt:lpstr>Table of contents</vt:lpstr>
      <vt:lpstr>Table of contents</vt:lpstr>
      <vt:lpstr>Table of contents</vt:lpstr>
      <vt:lpstr>About Project</vt:lpstr>
      <vt:lpstr>What is Cinema-Scale</vt:lpstr>
      <vt:lpstr>The Tech Stack</vt:lpstr>
      <vt:lpstr>The Tech Stack</vt:lpstr>
      <vt:lpstr>The Tech Stack</vt:lpstr>
      <vt:lpstr>What I did?</vt:lpstr>
      <vt:lpstr>What I did?</vt:lpstr>
      <vt:lpstr>What I did?</vt:lpstr>
      <vt:lpstr>Database </vt:lpstr>
      <vt:lpstr>ER Diagram</vt:lpstr>
      <vt:lpstr>Database</vt:lpstr>
      <vt:lpstr>Database</vt:lpstr>
      <vt:lpstr>Database</vt:lpstr>
      <vt:lpstr>Database</vt:lpstr>
      <vt:lpstr>Database</vt:lpstr>
      <vt:lpstr>Database Seeding</vt:lpstr>
      <vt:lpstr>Auth &amp; Admin</vt:lpstr>
      <vt:lpstr>Authentication System</vt:lpstr>
      <vt:lpstr>Authentication System</vt:lpstr>
      <vt:lpstr>Authentication System</vt:lpstr>
      <vt:lpstr>Authentication System</vt:lpstr>
      <vt:lpstr>User Roles &amp; Access Control</vt:lpstr>
      <vt:lpstr>User Roles &amp; Access Control</vt:lpstr>
      <vt:lpstr>User Roles &amp; Access Control</vt:lpstr>
      <vt:lpstr>User Roles &amp; Access Control</vt:lpstr>
      <vt:lpstr>Architecture</vt:lpstr>
      <vt:lpstr>System Flow &amp; API Integration</vt:lpstr>
      <vt:lpstr>System Flow &amp; API Integration</vt:lpstr>
      <vt:lpstr>In-Memory ML Pipeline  </vt:lpstr>
      <vt:lpstr>In-Memory ML Pipeline  </vt:lpstr>
      <vt:lpstr>Database &amp; Cache Design</vt:lpstr>
      <vt:lpstr>Database &amp; Cache Design</vt:lpstr>
      <vt:lpstr>ML Pipeline</vt:lpstr>
      <vt:lpstr>Step 1: Importing Libraries &amp; Dependencies</vt:lpstr>
      <vt:lpstr>Step 2: Data Loading &amp; Shape Inspection</vt:lpstr>
      <vt:lpstr>Step 3: Feature Selection &amp; Handling Nulls</vt:lpstr>
      <vt:lpstr>Step 4: Feature Combination</vt:lpstr>
      <vt:lpstr>Step 5: TF-IDF Vectorization </vt:lpstr>
      <vt:lpstr>Step 6: Precomputing Cosine Similarity Matrix</vt:lpstr>
      <vt:lpstr>Step 7: Fuzzy Matching User Search Queries</vt:lpstr>
      <vt:lpstr>Step 8: Recommendation Retrieval &amp; Sorting</vt:lpstr>
      <vt:lpstr>Step 9: Outputting Recommendations</vt:lpstr>
      <vt:lpstr>Now Live Demonstration</vt:lpstr>
      <vt:lpstr>Thanks!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Srivastava</cp:lastModifiedBy>
  <cp:revision>5</cp:revision>
  <dcterms:modified xsi:type="dcterms:W3CDTF">2026-07-17T11:18:34Z</dcterms:modified>
</cp:coreProperties>
</file>